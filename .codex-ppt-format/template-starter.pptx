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112b37db2140de" /><Relationship Type="http://schemas.openxmlformats.org/officeDocument/2006/relationships/extended-properties" Target="/docProps/app.xml" Id="R474611b1bfbd4846" /><Relationship Type="http://schemas.openxmlformats.org/officeDocument/2006/relationships/officeDocument" Target="/ppt/presentation.xml" Id="R468a33f5614d4b2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a271afaefbd4179"/>
  </p:sldMasterIdLst>
  <p:notesMasterIdLst>
    <p:notesMasterId xmlns:r="http://schemas.openxmlformats.org/officeDocument/2006/relationships" r:id="R926f5299a18b4b80"/>
  </p:notesMasterIdLst>
  <p:sldIdLst>
    <p:sldId xmlns:r="http://schemas.openxmlformats.org/officeDocument/2006/relationships" id="256" r:id="R54661bf4691b49d8"/>
    <p:sldId xmlns:r="http://schemas.openxmlformats.org/officeDocument/2006/relationships" id="257" r:id="R90493297fea947cb"/>
    <p:sldId xmlns:r="http://schemas.openxmlformats.org/officeDocument/2006/relationships" id="258" r:id="R2eaaa2c64b664484"/>
    <p:sldId xmlns:r="http://schemas.openxmlformats.org/officeDocument/2006/relationships" id="259" r:id="R5ccc483862a44c41"/>
    <p:sldId xmlns:r="http://schemas.openxmlformats.org/officeDocument/2006/relationships" id="260" r:id="R0e685597e24640ef"/>
    <p:sldId xmlns:r="http://schemas.openxmlformats.org/officeDocument/2006/relationships" id="261" r:id="R0dc6e3c2974b4fb6"/>
    <p:sldId xmlns:r="http://schemas.openxmlformats.org/officeDocument/2006/relationships" id="262" r:id="R7c77b4a1836c453c"/>
    <p:sldId xmlns:r="http://schemas.openxmlformats.org/officeDocument/2006/relationships" id="263" r:id="R24289766468c4358"/>
    <p:sldId xmlns:r="http://schemas.openxmlformats.org/officeDocument/2006/relationships" id="264" r:id="R92bb88ce97f54b3d"/>
    <p:sldId xmlns:r="http://schemas.openxmlformats.org/officeDocument/2006/relationships" id="265" r:id="Re3c9e113536b4e4c"/>
    <p:sldId xmlns:r="http://schemas.openxmlformats.org/officeDocument/2006/relationships" id="266" r:id="R42753bc165d14f56"/>
    <p:sldId xmlns:r="http://schemas.openxmlformats.org/officeDocument/2006/relationships" id="267" r:id="Rf47b939ec2ec44e2"/>
    <p:sldId xmlns:r="http://schemas.openxmlformats.org/officeDocument/2006/relationships" id="268" r:id="Rd3e4ce6cc0e34511"/>
    <p:sldId xmlns:r="http://schemas.openxmlformats.org/officeDocument/2006/relationships" id="269" r:id="Red532c525add4b62"/>
    <p:sldId xmlns:r="http://schemas.openxmlformats.org/officeDocument/2006/relationships" id="270" r:id="R9a58a71e0d78474b"/>
    <p:sldId xmlns:r="http://schemas.openxmlformats.org/officeDocument/2006/relationships" id="271" r:id="Re207120dc4f84fef"/>
    <p:sldId xmlns:r="http://schemas.openxmlformats.org/officeDocument/2006/relationships" id="272" r:id="Rf95b412a0a8e4b0f"/>
    <p:sldId xmlns:r="http://schemas.openxmlformats.org/officeDocument/2006/relationships" id="273" r:id="Rb897f4c259bc432c"/>
  </p:sldIdLst>
  <p:sldSz cx="18288000" cy="10287000"/>
  <p:notesSz cx="6858000" cy="9144000"/>
  <p:embeddedFontLst>
    <p:embeddedFont>
      <p:font typeface="Aptos Bold"/>
      <p:regular xmlns:r="http://schemas.openxmlformats.org/officeDocument/2006/relationships" r:id="R778c57d9d1b247ba"/>
    </p:embeddedFont>
    <p:embeddedFont>
      <p:font typeface="Aptos"/>
      <p:regular xmlns:r="http://schemas.openxmlformats.org/officeDocument/2006/relationships" r:id="R74312fe996a44406"/>
    </p:embeddedFont>
    <p:embeddedFont>
      <p:font typeface="Arimo"/>
      <p:regular xmlns:r="http://schemas.openxmlformats.org/officeDocument/2006/relationships" r:id="R7f194f3d35604de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dd0707393c4e2f" /><Relationship Type="http://schemas.openxmlformats.org/officeDocument/2006/relationships/slideMaster" Target="/ppt/slideMasters/slideMaster1.xml" Id="Rca271afaefbd4179" /><Relationship Type="http://schemas.openxmlformats.org/officeDocument/2006/relationships/notesMaster" Target="/ppt/notesMasters/notesMaster1.xml" Id="R926f5299a18b4b80" /><Relationship Type="http://schemas.openxmlformats.org/officeDocument/2006/relationships/presProps" Target="/ppt/presProps.xml" Id="R55fd5d64280d4dd5" /><Relationship Type="http://schemas.openxmlformats.org/officeDocument/2006/relationships/viewProps" Target="/ppt/viewProps.xml" Id="Rdb2a461f3a014b48" /><Relationship Type="http://schemas.openxmlformats.org/officeDocument/2006/relationships/tableStyles" Target="/ppt/tableStyles.xml" Id="Rfcadf045303e4fb1" /><Relationship Type="http://schemas.openxmlformats.org/officeDocument/2006/relationships/font" Target="/ppt/fonts/font.dat" Id="R778c57d9d1b247ba" /><Relationship Type="http://schemas.openxmlformats.org/officeDocument/2006/relationships/font" Target="/ppt/fonts/font2.dat" Id="R74312fe996a44406" /><Relationship Type="http://schemas.openxmlformats.org/officeDocument/2006/relationships/font" Target="/ppt/fonts/font3.dat" Id="R7f194f3d35604de5" /><Relationship Type="http://schemas.openxmlformats.org/officeDocument/2006/relationships/slide" Target="/ppt/slides/slide1.xml" Id="R54661bf4691b49d8" /><Relationship Type="http://schemas.openxmlformats.org/officeDocument/2006/relationships/slide" Target="/ppt/slides/slide2.xml" Id="R90493297fea947cb" /><Relationship Type="http://schemas.openxmlformats.org/officeDocument/2006/relationships/slide" Target="/ppt/slides/slide3.xml" Id="R2eaaa2c64b664484" /><Relationship Type="http://schemas.openxmlformats.org/officeDocument/2006/relationships/slide" Target="/ppt/slides/slide4.xml" Id="R5ccc483862a44c41" /><Relationship Type="http://schemas.openxmlformats.org/officeDocument/2006/relationships/slide" Target="/ppt/slides/slide5.xml" Id="R0e685597e24640ef" /><Relationship Type="http://schemas.openxmlformats.org/officeDocument/2006/relationships/slide" Target="/ppt/slides/slide6.xml" Id="R0dc6e3c2974b4fb6" /><Relationship Type="http://schemas.openxmlformats.org/officeDocument/2006/relationships/slide" Target="/ppt/slides/slide7.xml" Id="R7c77b4a1836c453c" /><Relationship Type="http://schemas.openxmlformats.org/officeDocument/2006/relationships/slide" Target="/ppt/slides/slide8.xml" Id="R24289766468c4358" /><Relationship Type="http://schemas.openxmlformats.org/officeDocument/2006/relationships/slide" Target="/ppt/slides/slide9.xml" Id="R92bb88ce97f54b3d" /><Relationship Type="http://schemas.openxmlformats.org/officeDocument/2006/relationships/slide" Target="/ppt/slides/slide10.xml" Id="Re3c9e113536b4e4c" /><Relationship Type="http://schemas.openxmlformats.org/officeDocument/2006/relationships/slide" Target="/ppt/slides/slide11.xml" Id="R42753bc165d14f56" /><Relationship Type="http://schemas.openxmlformats.org/officeDocument/2006/relationships/slide" Target="/ppt/slides/slide12.xml" Id="Rf47b939ec2ec44e2" /><Relationship Type="http://schemas.openxmlformats.org/officeDocument/2006/relationships/slide" Target="/ppt/slides/slide13.xml" Id="Rd3e4ce6cc0e34511" /><Relationship Type="http://schemas.openxmlformats.org/officeDocument/2006/relationships/slide" Target="/ppt/slides/slide14.xml" Id="Red532c525add4b62" /><Relationship Type="http://schemas.openxmlformats.org/officeDocument/2006/relationships/slide" Target="/ppt/slides/slide15.xml" Id="R9a58a71e0d78474b" /><Relationship Type="http://schemas.openxmlformats.org/officeDocument/2006/relationships/slide" Target="/ppt/slides/slide16.xml" Id="Re207120dc4f84fef" /><Relationship Type="http://schemas.openxmlformats.org/officeDocument/2006/relationships/slide" Target="/ppt/slides/slide17.xml" Id="Rf95b412a0a8e4b0f" /><Relationship Type="http://schemas.openxmlformats.org/officeDocument/2006/relationships/slide" Target="/ppt/slides/slide18.xml" Id="Rb897f4c259bc43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360328591d48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e34f09b08e43e5" /><Relationship Type="http://schemas.openxmlformats.org/officeDocument/2006/relationships/notesMaster" Target="/ppt/notesMasters/notesMaster1.xml" Id="R6bec276492754a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65369a155946ae" /><Relationship Type="http://schemas.openxmlformats.org/officeDocument/2006/relationships/notesMaster" Target="/ppt/notesMasters/notesMaster1.xml" Id="R229e1bd6f6da48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a968bc5a7d4664" /><Relationship Type="http://schemas.openxmlformats.org/officeDocument/2006/relationships/notesMaster" Target="/ppt/notesMasters/notesMaster1.xml" Id="Rf8f45f574d29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4382df807e457e" /><Relationship Type="http://schemas.openxmlformats.org/officeDocument/2006/relationships/notesMaster" Target="/ppt/notesMasters/notesMaster1.xml" Id="Rc4f9db98f02e49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017cd478f3400b" /><Relationship Type="http://schemas.openxmlformats.org/officeDocument/2006/relationships/notesMaster" Target="/ppt/notesMasters/notesMaster1.xml" Id="Rc20926c73ead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4b3e31fe34a9f" /><Relationship Type="http://schemas.openxmlformats.org/officeDocument/2006/relationships/notesMaster" Target="/ppt/notesMasters/notesMaster1.xml" Id="R23789b39d59447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10feaba9934736" /><Relationship Type="http://schemas.openxmlformats.org/officeDocument/2006/relationships/notesMaster" Target="/ppt/notesMasters/notesMaster1.xml" Id="Rcb9a864cea0b4c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040b42530c4ed2" /><Relationship Type="http://schemas.openxmlformats.org/officeDocument/2006/relationships/notesMaster" Target="/ppt/notesMasters/notesMaster1.xml" Id="R7aecfb0b80d94d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fbbc815854e84" /><Relationship Type="http://schemas.openxmlformats.org/officeDocument/2006/relationships/notesMaster" Target="/ppt/notesMasters/notesMaster1.xml" Id="Rfbbf064b13414e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fa5312e7a64758" /><Relationship Type="http://schemas.openxmlformats.org/officeDocument/2006/relationships/notesMaster" Target="/ppt/notesMasters/notesMaster1.xml" Id="R8896f7c000e845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15b648d1254209" /><Relationship Type="http://schemas.openxmlformats.org/officeDocument/2006/relationships/notesMaster" Target="/ppt/notesMasters/notesMaster1.xml" Id="Re4305ad6791241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f6693a08ee4848" /><Relationship Type="http://schemas.openxmlformats.org/officeDocument/2006/relationships/notesMaster" Target="/ppt/notesMasters/notesMaster1.xml" Id="R56ed9fa1ae8e45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1ed006dd974d53" /><Relationship Type="http://schemas.openxmlformats.org/officeDocument/2006/relationships/notesMaster" Target="/ppt/notesMasters/notesMaster1.xml" Id="Re9f8a24b16b74f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a4a92594dd4001" /><Relationship Type="http://schemas.openxmlformats.org/officeDocument/2006/relationships/notesMaster" Target="/ppt/notesMasters/notesMaster1.xml" Id="Rbe8f5bf3909148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143e2e5206460d" /><Relationship Type="http://schemas.openxmlformats.org/officeDocument/2006/relationships/notesMaster" Target="/ppt/notesMasters/notesMaster1.xml" Id="Rd36b209db5b345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7df94de672402d" /><Relationship Type="http://schemas.openxmlformats.org/officeDocument/2006/relationships/notesMaster" Target="/ppt/notesMasters/notesMaster1.xml" Id="Rdca11e49f8a245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3a4b9ab85742e7" /><Relationship Type="http://schemas.openxmlformats.org/officeDocument/2006/relationships/notesMaster" Target="/ppt/notesMasters/notesMaster1.xml" Id="R108c73c5a38749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b3d7a8dc9b4f60" /><Relationship Type="http://schemas.openxmlformats.org/officeDocument/2006/relationships/notesMaster" Target="/ppt/notesMasters/notesMaster1.xml" Id="R603e7606586045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c9c15f9484b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6ace587d747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6e6ce8f5d47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aa719107743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3829a0d424d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8711ec5fd4e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fea61cb6b4d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90e057d2f44a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74a3b3b294e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50c09e74b413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b685c64c441d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6A995F-D517-4E1F-A26F-47A3B4DAF0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B341315-4B45-4B00-8547-91434C0C69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EFD6A1-BBFC-45C9-AC7E-D9AD347A34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D06643-56A6-413A-BC95-3A26189C1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37575C-B2B4-4A7B-801A-1681CF299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E7E5D0-92CF-45DB-9857-3FE7661DEF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3A9AC5-24C5-43CB-A1DB-354A186CCD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0B9695-591B-4171-A2C5-12A37AC6D5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39B93-A12F-4278-A848-C887515F2B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9CDA71-FE3D-4042-98DE-394589A2B6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757280-35EA-4866-93E9-4E1727946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53BEA6-62A9-4FB9-AF27-776993226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E07474-467F-4BE7-96FE-2135FFC1DD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AF594D-0202-4CF1-A7C9-10DFF294CB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B3C8FC-DC1E-4A9F-95CA-FC96660AFD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F68E5F-56FF-4F0E-BE5C-9362F9E91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7715DF-FA75-45C1-A961-56ED0C1056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844A29-9639-4A91-BA29-088E015E0E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9FADD8-47C1-4B32-8094-85AA11BA1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1634416-AD73-46DB-AFC4-EFEF61A948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36B9FA-3134-45B3-A361-2475665F9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D3C671-5347-4A94-9A7C-C79F3E4B3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B4AD06-4E58-4F7F-A2D7-C9D6BCABED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2E16FD-4DB0-4A8E-B8F4-50866BD874A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D071218-A9EE-462D-B3A6-5F778BD5923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502D35-5595-4B2A-85F4-BC5B83CC812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A47119-D979-4737-9848-BA5445181F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90573EB-74E7-404F-93F1-D1DFD36A4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99E289-51A5-45D0-9423-3561B638C8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55D8D3-5FDC-4704-B818-09CF492F2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3711D52-680E-4DEC-AC2A-F68DEFF16E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22556AD-B889-437E-B146-CCCBF4B07A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054EB7F-335C-42D0-9475-4A775886D0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6E86050-C8C4-4A90-94BA-F67ADBBC45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2A957DC-BFC1-4964-955C-2BF8663659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78AB33-C38A-4736-818A-2D735EAF5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440B3B-05AF-43C7-865C-7C25E60764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799799-7799-46AA-92EC-239A21E1C2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31E767-23D3-462C-8DD5-CC9B617F09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5A412FF-7F58-43FB-A799-656796861A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DCCC5C0-34BD-4197-BBCE-19172864FA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114D9E7-B53B-4A10-80BE-B17CF6C0D9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34F2A5-9C9E-461E-8E8C-9D75359F0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2C0DFE8-56EC-4DE7-A81F-2ACE1CF5697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D8D9BC-58B5-4387-8F24-F26AC1C913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8CD004-0476-4A8C-852A-17EED2F622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7C38E0-1B4F-4469-B432-7A400F7FCB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1CDD9DA-63F7-48F7-BC8D-15CFC79AF0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2CB8A1-69CD-4AA4-8C14-723C71E19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F8832E-6721-4E8F-B8BF-6AF3D78760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60ACB9-6C44-4B4F-8FFD-7D619B3F6B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EB024C-71CD-4242-B792-AA6C80F225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1BA0D-28EA-4F0B-883C-039E05AF5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EA2A037-1292-4DEB-82C9-72D4442B7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6A2F79-2928-4B41-885A-A00427E3E6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993E22-0267-406D-BFAE-8408355565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66636B-7DFA-4306-B30E-AA6D61EA63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81BAE9-F741-4CF6-A2CF-1C77C97F0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b3c47a3cb34891" /><Relationship Type="http://schemas.openxmlformats.org/officeDocument/2006/relationships/slideLayout" Target="/ppt/slideLayouts/slideLayout1.xml" Id="R6f5c3abd37c94fae" /><Relationship Type="http://schemas.openxmlformats.org/officeDocument/2006/relationships/slideLayout" Target="/ppt/slideLayouts/slideLayout2.xml" Id="R76c3af1b698846c7" /><Relationship Type="http://schemas.openxmlformats.org/officeDocument/2006/relationships/slideLayout" Target="/ppt/slideLayouts/slideLayout3.xml" Id="R0e22d41b66a0413e" /><Relationship Type="http://schemas.openxmlformats.org/officeDocument/2006/relationships/slideLayout" Target="/ppt/slideLayouts/slideLayout4.xml" Id="R3c5e7b2310f84f2b" /><Relationship Type="http://schemas.openxmlformats.org/officeDocument/2006/relationships/slideLayout" Target="/ppt/slideLayouts/slideLayout5.xml" Id="Ra9b8712326fc42ed" /><Relationship Type="http://schemas.openxmlformats.org/officeDocument/2006/relationships/slideLayout" Target="/ppt/slideLayouts/slideLayout6.xml" Id="Rfa568a12baff4e15" /><Relationship Type="http://schemas.openxmlformats.org/officeDocument/2006/relationships/slideLayout" Target="/ppt/slideLayouts/slideLayout7.xml" Id="R45a85679a5c14730" /><Relationship Type="http://schemas.openxmlformats.org/officeDocument/2006/relationships/slideLayout" Target="/ppt/slideLayouts/slideLayout8.xml" Id="Ra477311f6bfe497f" /><Relationship Type="http://schemas.openxmlformats.org/officeDocument/2006/relationships/slideLayout" Target="/ppt/slideLayouts/slideLayout9.xml" Id="Rea06378bd5a54261" /><Relationship Type="http://schemas.openxmlformats.org/officeDocument/2006/relationships/slideLayout" Target="/ppt/slideLayouts/slideLayout10.xml" Id="R0983564669af43be" /><Relationship Type="http://schemas.openxmlformats.org/officeDocument/2006/relationships/slideLayout" Target="/ppt/slideLayouts/slideLayout11.xml" Id="Rfd64ffbc698245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0960790-D9AA-42D9-A102-3622667D4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F0868C-BA68-4F93-AD03-0FD152E8DB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B50A7-2960-46AD-843F-77B972E7EE7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80C31A-CFB6-4F89-8336-81B64A81EC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9FF828-5263-47EE-A213-4B8EFC76BA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5c3abd37c94fae"/>
    <p:sldLayoutId xmlns:r="http://schemas.openxmlformats.org/officeDocument/2006/relationships" id="2147483650" r:id="R76c3af1b698846c7"/>
    <p:sldLayoutId xmlns:r="http://schemas.openxmlformats.org/officeDocument/2006/relationships" id="2147483651" r:id="R0e22d41b66a0413e"/>
    <p:sldLayoutId xmlns:r="http://schemas.openxmlformats.org/officeDocument/2006/relationships" id="2147483652" r:id="R3c5e7b2310f84f2b"/>
    <p:sldLayoutId xmlns:r="http://schemas.openxmlformats.org/officeDocument/2006/relationships" id="2147483653" r:id="Ra9b8712326fc42ed"/>
    <p:sldLayoutId xmlns:r="http://schemas.openxmlformats.org/officeDocument/2006/relationships" id="2147483654" r:id="Rfa568a12baff4e15"/>
    <p:sldLayoutId xmlns:r="http://schemas.openxmlformats.org/officeDocument/2006/relationships" id="2147483655" r:id="R45a85679a5c14730"/>
    <p:sldLayoutId xmlns:r="http://schemas.openxmlformats.org/officeDocument/2006/relationships" id="2147483656" r:id="Ra477311f6bfe497f"/>
    <p:sldLayoutId xmlns:r="http://schemas.openxmlformats.org/officeDocument/2006/relationships" id="2147483657" r:id="Rea06378bd5a54261"/>
    <p:sldLayoutId xmlns:r="http://schemas.openxmlformats.org/officeDocument/2006/relationships" id="2147483658" r:id="R0983564669af43be"/>
    <p:sldLayoutId xmlns:r="http://schemas.openxmlformats.org/officeDocument/2006/relationships" id="2147483659" r:id="Rfd64ffbc6982451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7826b3413d4dda" /><Relationship Type="http://schemas.openxmlformats.org/officeDocument/2006/relationships/image" Target="/ppt/media/image.png" Id="R245852fc28a04038" /><Relationship Type="http://schemas.openxmlformats.org/officeDocument/2006/relationships/notesSlide" Target="/ppt/notesSlides/notesSlide1.xml" Id="Rdfb57a2780f642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7d86381d604962" /><Relationship Type="http://schemas.openxmlformats.org/officeDocument/2006/relationships/notesSlide" Target="/ppt/notesSlides/notesSlide2.xml" Id="R41feefd9268f4f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fcd1957ff04016" /><Relationship Type="http://schemas.openxmlformats.org/officeDocument/2006/relationships/notesSlide" Target="/ppt/notesSlides/notesSlide3.xml" Id="Rba0951d92ddd46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fe3d9d9d954cfa" /><Relationship Type="http://schemas.openxmlformats.org/officeDocument/2006/relationships/notesSlide" Target="/ppt/notesSlides/notesSlide4.xml" Id="Rdbe6b15efc134d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b8719db9dc47e4" /><Relationship Type="http://schemas.openxmlformats.org/officeDocument/2006/relationships/notesSlide" Target="/ppt/notesSlides/notesSlide5.xml" Id="Rafec69e50e9844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b8d20a60d845be" /><Relationship Type="http://schemas.openxmlformats.org/officeDocument/2006/relationships/notesSlide" Target="/ppt/notesSlides/notesSlide6.xml" Id="Rb73e1a0c0d1d46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5de65283a34ab1" /><Relationship Type="http://schemas.openxmlformats.org/officeDocument/2006/relationships/notesSlide" Target="/ppt/notesSlides/notesSlide7.xml" Id="R1253bb9566474a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3f179f3b81445d" /><Relationship Type="http://schemas.openxmlformats.org/officeDocument/2006/relationships/notesSlide" Target="/ppt/notesSlides/notesSlide8.xml" Id="R49fb073a46b048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29c1eaaee04dd6" /><Relationship Type="http://schemas.openxmlformats.org/officeDocument/2006/relationships/notesSlide" Target="/ppt/notesSlides/notesSlide9.xml" Id="R89739ea7525d41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f29510142a40fb" /><Relationship Type="http://schemas.openxmlformats.org/officeDocument/2006/relationships/notesSlide" Target="/ppt/notesSlides/notesSlide10.xml" Id="R0f82c673c91a41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4c9bd4a4f340d8" /><Relationship Type="http://schemas.openxmlformats.org/officeDocument/2006/relationships/notesSlide" Target="/ppt/notesSlides/notesSlide11.xml" Id="Rf17cbe495ba942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8b8d0391244f58" /><Relationship Type="http://schemas.openxmlformats.org/officeDocument/2006/relationships/notesSlide" Target="/ppt/notesSlides/notesSlide12.xml" Id="Rf374b435ee4541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fcfe07b30d4918" /><Relationship Type="http://schemas.openxmlformats.org/officeDocument/2006/relationships/notesSlide" Target="/ppt/notesSlides/notesSlide13.xml" Id="Rea68cb13d64742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21cb7f73ea49a5" /><Relationship Type="http://schemas.openxmlformats.org/officeDocument/2006/relationships/notesSlide" Target="/ppt/notesSlides/notesSlide14.xml" Id="Re27bdb7600da42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59aa468f074c72" /><Relationship Type="http://schemas.openxmlformats.org/officeDocument/2006/relationships/notesSlide" Target="/ppt/notesSlides/notesSlide15.xml" Id="Ra6c5c98759dd4a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f3bb56c3ff4d77" /><Relationship Type="http://schemas.openxmlformats.org/officeDocument/2006/relationships/notesSlide" Target="/ppt/notesSlides/notesSlide16.xml" Id="Rd4729447d3b14c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4fabfcbd364301" /><Relationship Type="http://schemas.openxmlformats.org/officeDocument/2006/relationships/notesSlide" Target="/ppt/notesSlides/notesSlide17.xml" Id="Rf4641baaee4d42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3ce488df4749c3" /><Relationship Type="http://schemas.openxmlformats.org/officeDocument/2006/relationships/notesSlide" Target="/ppt/notesSlides/notesSlide18.xml" Id="R45b5b1082c2948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CA86773-EDB5-4FFA-A22F-64C0BE5C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40798" y="-1656740"/>
            <a:ext cx="5784246" cy="5784246"/>
          </a:xfrm>
          <a:custGeom xmlns:a="http://schemas.openxmlformats.org/drawingml/2006/main">
            <a:rect l="l" t="t" r="r" b="b"/>
            <a:pathLst>
              <a:path w="7712329" h="7712329">
                <a:moveTo>
                  <a:pt x="0" y="3856228"/>
                </a:moveTo>
                <a:cubicBezTo>
                  <a:pt x="0" y="1726438"/>
                  <a:pt x="1726438" y="0"/>
                  <a:pt x="3856228" y="0"/>
                </a:cubicBezTo>
                <a:cubicBezTo>
                  <a:pt x="5986018" y="0"/>
                  <a:pt x="7712329" y="1726438"/>
                  <a:pt x="7712329" y="3856228"/>
                </a:cubicBezTo>
                <a:cubicBezTo>
                  <a:pt x="7712329" y="5986018"/>
                  <a:pt x="5985891" y="7712329"/>
                  <a:pt x="3856228" y="7712329"/>
                </a:cubicBezTo>
                <a:cubicBezTo>
                  <a:pt x="1726566" y="7712329"/>
                  <a:pt x="0" y="5985891"/>
                  <a:pt x="0" y="3856228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35C2FF">
                  <a:alpha val="100000"/>
                </a:srgbClr>
              </a:gs>
              <a:gs pos="100000">
                <a:srgbClr val="33D6A6">
                  <a:alpha val="100000"/>
                </a:srgbClr>
              </a:gs>
            </a:gsLst>
            <a:lin ang="2700000"/>
          </a:gra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CFDE4CC-A80C-45C4-A542-849AC35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844" y="98661"/>
            <a:ext cx="3661845" cy="3155231"/>
          </a:xfrm>
          <a:custGeom xmlns:a="http://schemas.openxmlformats.org/drawingml/2006/main">
            <a:rect l="l" t="t" r="r" b="b"/>
            <a:pathLst>
              <a:path w="2911872" h="2509016">
                <a:moveTo>
                  <a:pt x="0" y="418212"/>
                </a:moveTo>
                <a:cubicBezTo>
                  <a:pt x="0" y="187198"/>
                  <a:pt x="217256" y="0"/>
                  <a:pt x="485363" y="0"/>
                </a:cubicBezTo>
                <a:lnTo>
                  <a:pt x="2426521" y="0"/>
                </a:lnTo>
                <a:cubicBezTo>
                  <a:pt x="2694480" y="0"/>
                  <a:pt x="2911872" y="187198"/>
                  <a:pt x="2911872" y="418212"/>
                </a:cubicBezTo>
                <a:lnTo>
                  <a:pt x="2911872" y="2090805"/>
                </a:lnTo>
                <a:cubicBezTo>
                  <a:pt x="2911872" y="2321691"/>
                  <a:pt x="2694628" y="2509016"/>
                  <a:pt x="2426521" y="2509016"/>
                </a:cubicBezTo>
                <a:lnTo>
                  <a:pt x="485363" y="2509016"/>
                </a:lnTo>
                <a:cubicBezTo>
                  <a:pt x="217256" y="2508889"/>
                  <a:pt x="0" y="2321691"/>
                  <a:pt x="0" y="2090805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5852fc28a04038"/>
            <a:stretch>
              <a:fillRect l="0" t="-8028" r="0" b="-8028"/>
            </a:stretch>
          </a:blipFill>
          <a:ln xmlns:a="http://schemas.openxmlformats.org/drawingml/2006/main" w="28597">
            <a:gradFill>
              <a:gsLst>
                <a:gs pos="0">
                  <a:srgbClr val="F5B942">
                    <a:alpha val="100000"/>
                  </a:srgbClr>
                </a:gs>
                <a:gs pos="100000">
                  <a:srgbClr val="35C2FF">
                    <a:alpha val="100000"/>
                  </a:srgbClr>
                </a:gs>
              </a:gsLst>
              <a:lin ang="8100000"/>
            </a:gra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2848D3B-2FFC-4E65-87D9-BDEF32AD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844" y="86683"/>
            <a:ext cx="3661749" cy="3167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521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48C2FE4-0B5C-4EF6-A3F2-DA54636E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4248" y="4099193"/>
            <a:ext cx="8739376" cy="902266"/>
          </a:xfrm>
          <a:custGeom xmlns:a="http://schemas.openxmlformats.org/drawingml/2006/main">
            <a:rect l="l" t="t" r="r" b="b"/>
            <a:pathLst>
              <a:path w="11286363" h="1165221">
                <a:moveTo>
                  <a:pt x="0" y="194182"/>
                </a:moveTo>
                <a:cubicBezTo>
                  <a:pt x="0" y="86995"/>
                  <a:pt x="86995" y="0"/>
                  <a:pt x="194183" y="0"/>
                </a:cubicBezTo>
                <a:lnTo>
                  <a:pt x="11092180" y="0"/>
                </a:lnTo>
                <a:cubicBezTo>
                  <a:pt x="11199495" y="0"/>
                  <a:pt x="11286363" y="86995"/>
                  <a:pt x="11286363" y="194182"/>
                </a:cubicBezTo>
                <a:lnTo>
                  <a:pt x="11286363" y="971039"/>
                </a:lnTo>
                <a:cubicBezTo>
                  <a:pt x="11286363" y="1078353"/>
                  <a:pt x="11199368" y="1165221"/>
                  <a:pt x="11092180" y="1165221"/>
                </a:cubicBezTo>
                <a:lnTo>
                  <a:pt x="194183" y="1165221"/>
                </a:lnTo>
                <a:cubicBezTo>
                  <a:pt x="86995" y="1165221"/>
                  <a:pt x="0" y="1078353"/>
                  <a:pt x="0" y="97103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2878">
            <a:solidFill>
              <a:srgbClr val="F5B942"/>
            </a:solidFill>
            <a:prstDash val="solid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A5FEA68-A2C2-4220-BF4F-37D49C0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4248" y="4099193"/>
            <a:ext cx="8739416" cy="902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Giảng viên: Trần Duy Quang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A3A7934-BB07-44F4-B2DC-14FAA195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175" y="6222161"/>
            <a:ext cx="5038820" cy="1648303"/>
          </a:xfrm>
          <a:custGeom xmlns:a="http://schemas.openxmlformats.org/drawingml/2006/main">
            <a:rect l="l" t="t" r="r" b="b"/>
            <a:pathLst>
              <a:path w="6718427" h="2197738">
                <a:moveTo>
                  <a:pt x="0" y="366268"/>
                </a:moveTo>
                <a:cubicBezTo>
                  <a:pt x="0" y="163957"/>
                  <a:pt x="163957" y="0"/>
                  <a:pt x="366268" y="0"/>
                </a:cubicBezTo>
                <a:lnTo>
                  <a:pt x="6352159" y="0"/>
                </a:lnTo>
                <a:cubicBezTo>
                  <a:pt x="6554470" y="0"/>
                  <a:pt x="6718427" y="163957"/>
                  <a:pt x="6718427" y="366268"/>
                </a:cubicBezTo>
                <a:lnTo>
                  <a:pt x="6718427" y="1831469"/>
                </a:lnTo>
                <a:cubicBezTo>
                  <a:pt x="6718427" y="2033781"/>
                  <a:pt x="6554470" y="2197738"/>
                  <a:pt x="6352159" y="2197738"/>
                </a:cubicBezTo>
                <a:lnTo>
                  <a:pt x="366268" y="2197738"/>
                </a:lnTo>
                <a:cubicBezTo>
                  <a:pt x="163957" y="2197864"/>
                  <a:pt x="0" y="2033780"/>
                  <a:pt x="0" y="18314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FD0443-4964-4F30-8361-5053278D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175" y="6222161"/>
            <a:ext cx="5038849" cy="16483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2"/>
              </a:lnSpc>
              <a:buNone/>
            </a:pPr>
            <a:r>
              <a:rPr sz="24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Lê Hữu Anh Thư 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 [MSSV]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Systems / Core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1EC1266-3B38-4F50-B83F-AA23CD5C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1835" y="6222161"/>
            <a:ext cx="5038820" cy="1648303"/>
          </a:xfrm>
          <a:custGeom xmlns:a="http://schemas.openxmlformats.org/drawingml/2006/main">
            <a:rect l="l" t="t" r="r" b="b"/>
            <a:pathLst>
              <a:path w="6718427" h="2197738">
                <a:moveTo>
                  <a:pt x="0" y="366268"/>
                </a:moveTo>
                <a:cubicBezTo>
                  <a:pt x="0" y="163957"/>
                  <a:pt x="163957" y="0"/>
                  <a:pt x="366268" y="0"/>
                </a:cubicBezTo>
                <a:lnTo>
                  <a:pt x="6352159" y="0"/>
                </a:lnTo>
                <a:cubicBezTo>
                  <a:pt x="6554470" y="0"/>
                  <a:pt x="6718427" y="163957"/>
                  <a:pt x="6718427" y="366268"/>
                </a:cubicBezTo>
                <a:lnTo>
                  <a:pt x="6718427" y="1831469"/>
                </a:lnTo>
                <a:cubicBezTo>
                  <a:pt x="6718427" y="2033781"/>
                  <a:pt x="6554470" y="2197738"/>
                  <a:pt x="6352159" y="2197738"/>
                </a:cubicBezTo>
                <a:lnTo>
                  <a:pt x="366268" y="2197738"/>
                </a:lnTo>
                <a:cubicBezTo>
                  <a:pt x="163957" y="2197864"/>
                  <a:pt x="0" y="2033780"/>
                  <a:pt x="0" y="18314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7DFC8DA-10A8-49F4-9C8E-01F4BEAF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1835" y="6222161"/>
            <a:ext cx="5038849" cy="16483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2"/>
              </a:lnSpc>
              <a:buNone/>
            </a:pPr>
            <a:r>
              <a:rPr sz="24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Nguyễn Hiếu Thiện 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 [MSSV]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Tools / Data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DD9CB75-D68C-48D4-8B14-115A1115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1374" y="6222161"/>
            <a:ext cx="5038820" cy="1648303"/>
          </a:xfrm>
          <a:custGeom xmlns:a="http://schemas.openxmlformats.org/drawingml/2006/main">
            <a:rect l="l" t="t" r="r" b="b"/>
            <a:pathLst>
              <a:path w="6718427" h="2197738">
                <a:moveTo>
                  <a:pt x="0" y="366268"/>
                </a:moveTo>
                <a:cubicBezTo>
                  <a:pt x="0" y="163957"/>
                  <a:pt x="163957" y="0"/>
                  <a:pt x="366268" y="0"/>
                </a:cubicBezTo>
                <a:lnTo>
                  <a:pt x="6352159" y="0"/>
                </a:lnTo>
                <a:cubicBezTo>
                  <a:pt x="6554470" y="0"/>
                  <a:pt x="6718427" y="163957"/>
                  <a:pt x="6718427" y="366268"/>
                </a:cubicBezTo>
                <a:lnTo>
                  <a:pt x="6718427" y="1831469"/>
                </a:lnTo>
                <a:cubicBezTo>
                  <a:pt x="6718427" y="2033781"/>
                  <a:pt x="6554470" y="2197738"/>
                  <a:pt x="6352159" y="2197738"/>
                </a:cubicBezTo>
                <a:lnTo>
                  <a:pt x="366268" y="2197738"/>
                </a:lnTo>
                <a:cubicBezTo>
                  <a:pt x="163957" y="2197864"/>
                  <a:pt x="0" y="2033780"/>
                  <a:pt x="0" y="18314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2A3BF34-618E-4662-8590-60397E54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1374" y="6222161"/>
            <a:ext cx="5038849" cy="16483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2"/>
              </a:lnSpc>
              <a:buNone/>
            </a:pPr>
            <a:r>
              <a:rPr sz="24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Nguyễn Huy Khánh</a:t>
            </a:r>
            <a:r>
              <a:rPr sz="2451">
                <a:solidFill>
                  <a:srgbClr val="F4F7FB"/>
                </a:solidFill>
                <a:latin typeface="Aptos"/>
                <a:ea typeface="Aptos"/>
                <a:cs typeface="Aptos"/>
              </a:rPr>
              <a:t> 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[MSSV]</a:t>
            </a:r>
          </a:p>
          <a:p xmlns:a="http://schemas.openxmlformats.org/drawingml/2006/main">
            <a:pPr algn="ctr">
              <a:lnSpc>
                <a:spcPts val="2702"/>
              </a:lnSpc>
              <a:buNone/>
            </a:pPr>
            <a:r>
              <a:rPr sz="2251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 / Infra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B25AF17-3C98-406B-8029-B2D51ADD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2100" y="1028700"/>
            <a:ext cx="8138319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466"/>
              </a:lnSpc>
              <a:buNone/>
            </a:pPr>
            <a:r>
              <a:rPr sz="7055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AI Agent Framework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CB6FDDD-87FB-4B03-A557-CE8F9E51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93774" y="2524423"/>
            <a:ext cx="970036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79"/>
              </a:lnSpc>
              <a:buNone/>
            </a:pPr>
            <a:r>
              <a:rPr sz="2399">
                <a:solidFill>
                  <a:srgbClr val="A9B5C7"/>
                </a:solidFill>
                <a:latin typeface="Aptos"/>
                <a:ea typeface="Aptos"/>
                <a:cs typeface="Aptos"/>
              </a:rPr>
              <a:t>với Ollama và Gemini APIs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9584719-F118-49F5-9A1F-F4D2DACC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945" y="2981623"/>
            <a:ext cx="9014022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79"/>
              </a:lnSpc>
              <a:buNone/>
            </a:pPr>
            <a:r>
              <a:rPr sz="2400">
                <a:solidFill>
                  <a:srgbClr val="A9B5C7"/>
                </a:solidFill>
                <a:latin typeface="Aptos"/>
                <a:ea typeface="Aptos"/>
                <a:cs typeface="Aptos"/>
              </a:rPr>
              <a:t>Modern C++17 / 20 / 23 / 26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E9DF6D2-603E-41A3-B214-57698D7E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1970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16B5046-0642-4EA4-82CD-1DE67A2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289188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Roadmap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7DC2D16-8F81-4D85-BCBA-5D2AFB0A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1761563"/>
            <a:ext cx="1560285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2"/>
              </a:lnSpc>
              <a:buNone/>
            </a:pPr>
            <a:r>
              <a:rPr sz="2702">
                <a:solidFill>
                  <a:srgbClr val="A9B5C7"/>
                </a:solidFill>
                <a:latin typeface="Aptos"/>
                <a:ea typeface="Aptos"/>
                <a:cs typeface="Aptos"/>
              </a:rPr>
              <a:t>Mỗi phần trả lời một câu hỏi và kết thúc bằng evidence có thể kiểm tra. ###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D917AFB-9A86-4F3B-A9E3-E925D964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0017" y="4036934"/>
            <a:ext cx="732854" cy="677989"/>
          </a:xfrm>
          <a:custGeom xmlns:a="http://schemas.openxmlformats.org/drawingml/2006/main">
            <a:rect l="l" t="t" r="r" b="b"/>
            <a:pathLst>
              <a:path w="977138" h="903986">
                <a:moveTo>
                  <a:pt x="0" y="225933"/>
                </a:moveTo>
                <a:lnTo>
                  <a:pt x="525145" y="225933"/>
                </a:lnTo>
                <a:lnTo>
                  <a:pt x="525145" y="0"/>
                </a:lnTo>
                <a:lnTo>
                  <a:pt x="977138" y="451993"/>
                </a:lnTo>
                <a:lnTo>
                  <a:pt x="525145" y="903986"/>
                </a:lnTo>
                <a:lnTo>
                  <a:pt x="525145" y="677926"/>
                </a:lnTo>
                <a:lnTo>
                  <a:pt x="0" y="677926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CB0511C-EF9F-4B17-80EB-31DD0849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2633" y="4036934"/>
            <a:ext cx="732854" cy="677989"/>
          </a:xfrm>
          <a:custGeom xmlns:a="http://schemas.openxmlformats.org/drawingml/2006/main">
            <a:rect l="l" t="t" r="r" b="b"/>
            <a:pathLst>
              <a:path w="977138" h="903986">
                <a:moveTo>
                  <a:pt x="0" y="225933"/>
                </a:moveTo>
                <a:lnTo>
                  <a:pt x="525145" y="225933"/>
                </a:lnTo>
                <a:lnTo>
                  <a:pt x="525145" y="0"/>
                </a:lnTo>
                <a:lnTo>
                  <a:pt x="977138" y="451993"/>
                </a:lnTo>
                <a:lnTo>
                  <a:pt x="525145" y="903986"/>
                </a:lnTo>
                <a:lnTo>
                  <a:pt x="525145" y="677926"/>
                </a:lnTo>
                <a:lnTo>
                  <a:pt x="0" y="677926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EAF63AC9-00E2-49DD-98C1-453FE3F6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32722" y="4036934"/>
            <a:ext cx="732854" cy="677989"/>
          </a:xfrm>
          <a:custGeom xmlns:a="http://schemas.openxmlformats.org/drawingml/2006/main">
            <a:rect l="l" t="t" r="r" b="b"/>
            <a:pathLst>
              <a:path w="977138" h="903986">
                <a:moveTo>
                  <a:pt x="0" y="225933"/>
                </a:moveTo>
                <a:lnTo>
                  <a:pt x="525145" y="225933"/>
                </a:lnTo>
                <a:lnTo>
                  <a:pt x="525145" y="0"/>
                </a:lnTo>
                <a:lnTo>
                  <a:pt x="977138" y="451993"/>
                </a:lnTo>
                <a:lnTo>
                  <a:pt x="525145" y="903986"/>
                </a:lnTo>
                <a:lnTo>
                  <a:pt x="525145" y="677926"/>
                </a:lnTo>
                <a:lnTo>
                  <a:pt x="0" y="677926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E65E305-0E87-444A-8C24-F0AA6E69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9091" y="4036934"/>
            <a:ext cx="732854" cy="677989"/>
          </a:xfrm>
          <a:custGeom xmlns:a="http://schemas.openxmlformats.org/drawingml/2006/main">
            <a:rect l="l" t="t" r="r" b="b"/>
            <a:pathLst>
              <a:path w="977138" h="903986">
                <a:moveTo>
                  <a:pt x="0" y="225933"/>
                </a:moveTo>
                <a:lnTo>
                  <a:pt x="525145" y="225933"/>
                </a:lnTo>
                <a:lnTo>
                  <a:pt x="525145" y="0"/>
                </a:lnTo>
                <a:lnTo>
                  <a:pt x="977138" y="451993"/>
                </a:lnTo>
                <a:lnTo>
                  <a:pt x="525145" y="903986"/>
                </a:lnTo>
                <a:lnTo>
                  <a:pt x="525145" y="677926"/>
                </a:lnTo>
                <a:lnTo>
                  <a:pt x="0" y="677926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67EEA94-5FE3-4EF7-B6C5-BACF7DD4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295" y="3247671"/>
            <a:ext cx="3018214" cy="2222770"/>
          </a:xfrm>
          <a:custGeom xmlns:a="http://schemas.openxmlformats.org/drawingml/2006/main">
            <a:rect l="l" t="t" r="r" b="b"/>
            <a:pathLst>
              <a:path w="4028059" h="2966472">
                <a:moveTo>
                  <a:pt x="0" y="494412"/>
                </a:moveTo>
                <a:cubicBezTo>
                  <a:pt x="0" y="221361"/>
                  <a:pt x="221361" y="0"/>
                  <a:pt x="494411" y="0"/>
                </a:cubicBezTo>
                <a:lnTo>
                  <a:pt x="3533648" y="0"/>
                </a:lnTo>
                <a:cubicBezTo>
                  <a:pt x="3806698" y="0"/>
                  <a:pt x="4028059" y="221361"/>
                  <a:pt x="4028059" y="494412"/>
                </a:cubicBezTo>
                <a:lnTo>
                  <a:pt x="4028059" y="2472060"/>
                </a:lnTo>
                <a:cubicBezTo>
                  <a:pt x="4028059" y="2745111"/>
                  <a:pt x="3806698" y="2966472"/>
                  <a:pt x="3533648" y="2966472"/>
                </a:cubicBezTo>
                <a:lnTo>
                  <a:pt x="494411" y="2966472"/>
                </a:lnTo>
                <a:cubicBezTo>
                  <a:pt x="221361" y="2966472"/>
                  <a:pt x="0" y="2745111"/>
                  <a:pt x="0" y="2472060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76C05CB-0D3D-4B2B-BD0B-942B20AB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295" y="3247671"/>
            <a:ext cx="3018196" cy="22227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AGENT CORE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ReAct · history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error contract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1AC2FA2-95CC-4956-BD40-D61E83AB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608" y="3264515"/>
            <a:ext cx="3021043" cy="2224850"/>
          </a:xfrm>
          <a:custGeom xmlns:a="http://schemas.openxmlformats.org/drawingml/2006/main">
            <a:rect l="l" t="t" r="r" b="b"/>
            <a:pathLst>
              <a:path w="4028059" h="2966466">
                <a:moveTo>
                  <a:pt x="0" y="494411"/>
                </a:moveTo>
                <a:cubicBezTo>
                  <a:pt x="0" y="221361"/>
                  <a:pt x="221361" y="0"/>
                  <a:pt x="494411" y="0"/>
                </a:cubicBezTo>
                <a:lnTo>
                  <a:pt x="3533648" y="0"/>
                </a:lnTo>
                <a:cubicBezTo>
                  <a:pt x="3806698" y="0"/>
                  <a:pt x="4028059" y="221361"/>
                  <a:pt x="4028059" y="494411"/>
                </a:cubicBezTo>
                <a:lnTo>
                  <a:pt x="4028059" y="2472055"/>
                </a:lnTo>
                <a:cubicBezTo>
                  <a:pt x="4028059" y="2745105"/>
                  <a:pt x="3806698" y="2966466"/>
                  <a:pt x="3533648" y="2966466"/>
                </a:cubicBezTo>
                <a:lnTo>
                  <a:pt x="494411" y="2966466"/>
                </a:lnTo>
                <a:cubicBezTo>
                  <a:pt x="221361" y="2966466"/>
                  <a:pt x="0" y="2745105"/>
                  <a:pt x="0" y="247205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B8F6E54-F152-4499-95D5-7BED40C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608" y="3264515"/>
            <a:ext cx="3021025" cy="2224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OOP &amp; C++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4 patterns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ownership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4B2B4A2-D0C8-4F1F-8BE2-E19D7639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5487" y="3247671"/>
            <a:ext cx="3021043" cy="2224850"/>
          </a:xfrm>
          <a:custGeom xmlns:a="http://schemas.openxmlformats.org/drawingml/2006/main">
            <a:rect l="l" t="t" r="r" b="b"/>
            <a:pathLst>
              <a:path w="4028059" h="2966466">
                <a:moveTo>
                  <a:pt x="0" y="494411"/>
                </a:moveTo>
                <a:cubicBezTo>
                  <a:pt x="0" y="221361"/>
                  <a:pt x="221361" y="0"/>
                  <a:pt x="494411" y="0"/>
                </a:cubicBezTo>
                <a:lnTo>
                  <a:pt x="3533648" y="0"/>
                </a:lnTo>
                <a:cubicBezTo>
                  <a:pt x="3806698" y="0"/>
                  <a:pt x="4028059" y="221361"/>
                  <a:pt x="4028059" y="494411"/>
                </a:cubicBezTo>
                <a:lnTo>
                  <a:pt x="4028059" y="2472055"/>
                </a:lnTo>
                <a:cubicBezTo>
                  <a:pt x="4028059" y="2745105"/>
                  <a:pt x="3806698" y="2966466"/>
                  <a:pt x="3533648" y="2966466"/>
                </a:cubicBezTo>
                <a:lnTo>
                  <a:pt x="494411" y="2966466"/>
                </a:lnTo>
                <a:cubicBezTo>
                  <a:pt x="221361" y="2966466"/>
                  <a:pt x="0" y="2745105"/>
                  <a:pt x="0" y="247205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F18F760-8ACD-4F2D-9F27-AA60E46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5487" y="3247671"/>
            <a:ext cx="3021025" cy="2224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TOOLS &amp; VECTOR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Registry · SQLite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semantic search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37BE464-6988-4335-9924-3D3AF3E8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5576" y="3247671"/>
            <a:ext cx="3021043" cy="2224850"/>
          </a:xfrm>
          <a:custGeom xmlns:a="http://schemas.openxmlformats.org/drawingml/2006/main">
            <a:rect l="l" t="t" r="r" b="b"/>
            <a:pathLst>
              <a:path w="4028059" h="2966466">
                <a:moveTo>
                  <a:pt x="0" y="494411"/>
                </a:moveTo>
                <a:cubicBezTo>
                  <a:pt x="0" y="221361"/>
                  <a:pt x="221361" y="0"/>
                  <a:pt x="494411" y="0"/>
                </a:cubicBezTo>
                <a:lnTo>
                  <a:pt x="3533648" y="0"/>
                </a:lnTo>
                <a:cubicBezTo>
                  <a:pt x="3806698" y="0"/>
                  <a:pt x="4028059" y="221361"/>
                  <a:pt x="4028059" y="494411"/>
                </a:cubicBezTo>
                <a:lnTo>
                  <a:pt x="4028059" y="2472055"/>
                </a:lnTo>
                <a:cubicBezTo>
                  <a:pt x="4028059" y="2745105"/>
                  <a:pt x="3806698" y="2966466"/>
                  <a:pt x="3533648" y="2966466"/>
                </a:cubicBezTo>
                <a:lnTo>
                  <a:pt x="494411" y="2966466"/>
                </a:lnTo>
                <a:cubicBezTo>
                  <a:pt x="221361" y="2966466"/>
                  <a:pt x="0" y="2745105"/>
                  <a:pt x="0" y="247205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38B73A7-6875-4C0C-89D6-E4BF21FE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5576" y="3247671"/>
            <a:ext cx="3021025" cy="2224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EVALUATION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Harness · trace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Multi-agent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B327E02-77F3-46F1-886D-66FD8776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11944" y="3247671"/>
            <a:ext cx="2883788" cy="2224850"/>
          </a:xfrm>
          <a:custGeom xmlns:a="http://schemas.openxmlformats.org/drawingml/2006/main">
            <a:rect l="l" t="t" r="r" b="b"/>
            <a:pathLst>
              <a:path w="3845052" h="2966466">
                <a:moveTo>
                  <a:pt x="0" y="494411"/>
                </a:moveTo>
                <a:cubicBezTo>
                  <a:pt x="0" y="221361"/>
                  <a:pt x="221361" y="0"/>
                  <a:pt x="494411" y="0"/>
                </a:cubicBezTo>
                <a:lnTo>
                  <a:pt x="3350641" y="0"/>
                </a:lnTo>
                <a:cubicBezTo>
                  <a:pt x="3623691" y="0"/>
                  <a:pt x="3845052" y="221361"/>
                  <a:pt x="3845052" y="494411"/>
                </a:cubicBezTo>
                <a:lnTo>
                  <a:pt x="3845052" y="2472055"/>
                </a:lnTo>
                <a:cubicBezTo>
                  <a:pt x="3845052" y="2745105"/>
                  <a:pt x="3623691" y="2966466"/>
                  <a:pt x="3350641" y="2966466"/>
                </a:cubicBezTo>
                <a:lnTo>
                  <a:pt x="494411" y="2966466"/>
                </a:lnTo>
                <a:cubicBezTo>
                  <a:pt x="221361" y="2966466"/>
                  <a:pt x="0" y="2745105"/>
                  <a:pt x="0" y="247205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78759AA8-ECCD-45FC-A0F6-7EF40957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11944" y="3247671"/>
            <a:ext cx="2883760" cy="22248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EVIDENCE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CTest 5/5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Benchmark 7/10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3FDAB28-DF35-47B2-A4BA-6DA85F94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7283" y="6565916"/>
            <a:ext cx="14641982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Code chạy được  →  Failure được giải thích  →  Requirement có bằng chứng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C2D67C5E-0E88-4309-BE91-56C0EE8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9302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BD60599-167B-4481-8EC0-F82A3FD5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151924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Sáu khái niệm giúp đọc toàn bộ hệ thống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F7576B5-BD5D-4CA3-9640-2053AE4F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2655" y="2880284"/>
            <a:ext cx="503453" cy="759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404"/>
              </a:lnSpc>
              <a:buNone/>
            </a:pPr>
            <a:r>
              <a:rPr sz="4503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+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833065-4690-4C57-9725-CBEDA847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4517" y="2873083"/>
            <a:ext cx="1113500" cy="705420"/>
          </a:xfrm>
          <a:custGeom xmlns:a="http://schemas.openxmlformats.org/drawingml/2006/main">
            <a:rect l="l" t="t" r="r" b="b"/>
            <a:pathLst>
              <a:path w="1484667" h="940562">
                <a:moveTo>
                  <a:pt x="0" y="235077"/>
                </a:moveTo>
                <a:lnTo>
                  <a:pt x="910167" y="235077"/>
                </a:lnTo>
                <a:lnTo>
                  <a:pt x="910167" y="0"/>
                </a:lnTo>
                <a:lnTo>
                  <a:pt x="1484667" y="470281"/>
                </a:lnTo>
                <a:lnTo>
                  <a:pt x="910167" y="940562"/>
                </a:lnTo>
                <a:lnTo>
                  <a:pt x="910167" y="705358"/>
                </a:lnTo>
                <a:lnTo>
                  <a:pt x="0" y="705358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D74DEBE-ED22-439B-8F94-2154C3F6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85421" y="2873083"/>
            <a:ext cx="1569257" cy="705420"/>
          </a:xfrm>
          <a:custGeom xmlns:a="http://schemas.openxmlformats.org/drawingml/2006/main">
            <a:rect l="l" t="t" r="r" b="b"/>
            <a:pathLst>
              <a:path w="2092342" h="940562">
                <a:moveTo>
                  <a:pt x="0" y="235077"/>
                </a:moveTo>
                <a:lnTo>
                  <a:pt x="1282700" y="235077"/>
                </a:lnTo>
                <a:lnTo>
                  <a:pt x="1282700" y="0"/>
                </a:lnTo>
                <a:lnTo>
                  <a:pt x="2092342" y="470281"/>
                </a:lnTo>
                <a:lnTo>
                  <a:pt x="1282700" y="940562"/>
                </a:lnTo>
                <a:lnTo>
                  <a:pt x="1282700" y="705358"/>
                </a:lnTo>
                <a:lnTo>
                  <a:pt x="0" y="705358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336C910-0850-42DE-8942-CF8CDA6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012" y="2113340"/>
            <a:ext cx="3391661" cy="2293524"/>
          </a:xfrm>
          <a:custGeom xmlns:a="http://schemas.openxmlformats.org/drawingml/2006/main">
            <a:rect l="l" t="t" r="r" b="b"/>
            <a:pathLst>
              <a:path w="4522216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4012565" y="0"/>
                </a:lnTo>
                <a:cubicBezTo>
                  <a:pt x="4293997" y="0"/>
                  <a:pt x="4522216" y="228219"/>
                  <a:pt x="4522216" y="509651"/>
                </a:cubicBezTo>
                <a:lnTo>
                  <a:pt x="4522216" y="2548382"/>
                </a:lnTo>
                <a:cubicBezTo>
                  <a:pt x="4522216" y="2829814"/>
                  <a:pt x="4293997" y="3058033"/>
                  <a:pt x="4012565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395D3CF-4FCE-41E9-AE57-77EE25A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012" y="2113340"/>
            <a:ext cx="339164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LLM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Mô hình sinh quyết định hoặc câu trả lời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648CAC0-A778-4D46-9AF3-4AA9070F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02874" y="2113340"/>
            <a:ext cx="3391661" cy="2293524"/>
          </a:xfrm>
          <a:custGeom xmlns:a="http://schemas.openxmlformats.org/drawingml/2006/main">
            <a:rect l="l" t="t" r="r" b="b"/>
            <a:pathLst>
              <a:path w="4522216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4012565" y="0"/>
                </a:lnTo>
                <a:cubicBezTo>
                  <a:pt x="4293997" y="0"/>
                  <a:pt x="4522216" y="228219"/>
                  <a:pt x="4522216" y="509651"/>
                </a:cubicBezTo>
                <a:lnTo>
                  <a:pt x="4522216" y="2548382"/>
                </a:lnTo>
                <a:cubicBezTo>
                  <a:pt x="4522216" y="2829814"/>
                  <a:pt x="4293997" y="3058033"/>
                  <a:pt x="4012565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B4FEC4E-CE52-46AA-8D6E-89D81106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02874" y="2113340"/>
            <a:ext cx="339164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TOOL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Chức năng có input, output và lỗi rõ ràng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5B47689-460C-4EF5-AE17-248C110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0730" y="2113340"/>
            <a:ext cx="3391661" cy="2293524"/>
          </a:xfrm>
          <a:custGeom xmlns:a="http://schemas.openxmlformats.org/drawingml/2006/main">
            <a:rect l="l" t="t" r="r" b="b"/>
            <a:pathLst>
              <a:path w="4522216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4012565" y="0"/>
                </a:lnTo>
                <a:cubicBezTo>
                  <a:pt x="4293997" y="0"/>
                  <a:pt x="4522216" y="228219"/>
                  <a:pt x="4522216" y="509651"/>
                </a:cubicBezTo>
                <a:lnTo>
                  <a:pt x="4522216" y="2548382"/>
                </a:lnTo>
                <a:cubicBezTo>
                  <a:pt x="4522216" y="2829814"/>
                  <a:pt x="4293997" y="3058033"/>
                  <a:pt x="4012565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8ABA5F8-97BB-43B3-97E4-138E2287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0730" y="2113340"/>
            <a:ext cx="339164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AI AGENT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LLM + vòng điều khiển + trạng thái + tools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3E20CAF-7A5D-482C-898E-5CC9425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4760" y="2113340"/>
            <a:ext cx="3734752" cy="2293524"/>
          </a:xfrm>
          <a:custGeom xmlns:a="http://schemas.openxmlformats.org/drawingml/2006/main">
            <a:rect l="l" t="t" r="r" b="b"/>
            <a:pathLst>
              <a:path w="4979670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4470019" y="0"/>
                </a:lnTo>
                <a:cubicBezTo>
                  <a:pt x="4751451" y="0"/>
                  <a:pt x="4979670" y="228219"/>
                  <a:pt x="4979670" y="509651"/>
                </a:cubicBezTo>
                <a:lnTo>
                  <a:pt x="4979670" y="2548382"/>
                </a:lnTo>
                <a:cubicBezTo>
                  <a:pt x="4979670" y="2829814"/>
                  <a:pt x="4751451" y="3058033"/>
                  <a:pt x="4470019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EEFD680-4609-46D2-882D-ED9198F0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4760" y="2113340"/>
            <a:ext cx="3734810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ReAct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Think → Act → Observe rồi lặp hoặc kết thúc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5BD887A-624C-4A6E-B341-96C6D777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3524" y="6304759"/>
            <a:ext cx="1117187" cy="732854"/>
          </a:xfrm>
          <a:custGeom xmlns:a="http://schemas.openxmlformats.org/drawingml/2006/main">
            <a:rect l="l" t="t" r="r" b="b"/>
            <a:pathLst>
              <a:path w="1489583" h="977138">
                <a:moveTo>
                  <a:pt x="0" y="244348"/>
                </a:moveTo>
                <a:lnTo>
                  <a:pt x="1001014" y="244348"/>
                </a:lnTo>
                <a:lnTo>
                  <a:pt x="1001014" y="0"/>
                </a:lnTo>
                <a:lnTo>
                  <a:pt x="1489583" y="488569"/>
                </a:lnTo>
                <a:lnTo>
                  <a:pt x="1001014" y="977138"/>
                </a:lnTo>
                <a:lnTo>
                  <a:pt x="1001014" y="732917"/>
                </a:lnTo>
                <a:lnTo>
                  <a:pt x="0" y="732917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01D49FA-DE77-4348-B929-27563DEF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879" y="5407762"/>
            <a:ext cx="5382101" cy="2499456"/>
          </a:xfrm>
          <a:custGeom xmlns:a="http://schemas.openxmlformats.org/drawingml/2006/main">
            <a:rect l="l" t="t" r="r" b="b"/>
            <a:pathLst>
              <a:path w="7176135" h="3332607">
                <a:moveTo>
                  <a:pt x="0" y="555498"/>
                </a:moveTo>
                <a:cubicBezTo>
                  <a:pt x="0" y="248666"/>
                  <a:pt x="248666" y="0"/>
                  <a:pt x="555498" y="0"/>
                </a:cubicBezTo>
                <a:lnTo>
                  <a:pt x="6620637" y="0"/>
                </a:lnTo>
                <a:cubicBezTo>
                  <a:pt x="6927342" y="0"/>
                  <a:pt x="7176135" y="248666"/>
                  <a:pt x="7176135" y="555498"/>
                </a:cubicBezTo>
                <a:lnTo>
                  <a:pt x="7176135" y="2777109"/>
                </a:lnTo>
                <a:cubicBezTo>
                  <a:pt x="7176135" y="3083814"/>
                  <a:pt x="6927469" y="3332607"/>
                  <a:pt x="6620637" y="3332607"/>
                </a:cubicBezTo>
                <a:lnTo>
                  <a:pt x="555498" y="3332607"/>
                </a:lnTo>
                <a:cubicBezTo>
                  <a:pt x="248666" y="3332607"/>
                  <a:pt x="0" y="3083814"/>
                  <a:pt x="0" y="277710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4CD18BD-54F1-4E19-8E50-CC0B2B45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879" y="5407762"/>
            <a:ext cx="5382016" cy="2499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HARNESS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Bộ chạy task, gọi evaluator và tổng hợp kết quả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12B5770-4733-4B84-8F87-BAF3E5EF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8075" y="5407762"/>
            <a:ext cx="6754749" cy="2499456"/>
          </a:xfrm>
          <a:custGeom xmlns:a="http://schemas.openxmlformats.org/drawingml/2006/main">
            <a:rect l="l" t="t" r="r" b="b"/>
            <a:pathLst>
              <a:path w="9006332" h="3332607">
                <a:moveTo>
                  <a:pt x="0" y="555498"/>
                </a:moveTo>
                <a:cubicBezTo>
                  <a:pt x="0" y="248666"/>
                  <a:pt x="248666" y="0"/>
                  <a:pt x="555498" y="0"/>
                </a:cubicBezTo>
                <a:lnTo>
                  <a:pt x="8450834" y="0"/>
                </a:lnTo>
                <a:cubicBezTo>
                  <a:pt x="8757539" y="0"/>
                  <a:pt x="9006332" y="248666"/>
                  <a:pt x="9006332" y="555498"/>
                </a:cubicBezTo>
                <a:lnTo>
                  <a:pt x="9006332" y="2777109"/>
                </a:lnTo>
                <a:cubicBezTo>
                  <a:pt x="9006332" y="3083814"/>
                  <a:pt x="8757665" y="3332607"/>
                  <a:pt x="8450834" y="3332607"/>
                </a:cubicBezTo>
                <a:lnTo>
                  <a:pt x="555498" y="3332607"/>
                </a:lnTo>
                <a:cubicBezTo>
                  <a:pt x="248666" y="3332607"/>
                  <a:pt x="0" y="3083814"/>
                  <a:pt x="0" y="277710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5DDE735-2872-41CD-9F80-809D92F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8075" y="5407762"/>
            <a:ext cx="6754692" cy="2499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TRAJECTORY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Nhật ký từng bước: action, arguments, result, latency và token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8A3E0A1-82FF-4089-A071-23E878A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4891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939D857-D233-4B9C-B3CB-AC16036F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151924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Từ chatbot sang Agent có khả năng hành động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907D6DA-D843-4A7E-831F-C5C56E3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1802740"/>
            <a:ext cx="15191051" cy="567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2"/>
              </a:lnSpc>
              <a:buNone/>
            </a:pPr>
            <a:r>
              <a:rPr sz="2702">
                <a:solidFill>
                  <a:srgbClr val="A9B5C7"/>
                </a:solidFill>
                <a:latin typeface="Aptos"/>
                <a:ea typeface="Aptos"/>
                <a:cs typeface="Aptos"/>
              </a:rPr>
              <a:t>LLM đơn thuần chỉ sinh văn bản — Agent biến quyết định thành hành động có kiểm chứng.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3CD4866-0704-4FA3-9345-474ED9A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3348752"/>
            <a:ext cx="3117151" cy="1950339"/>
          </a:xfrm>
          <a:custGeom xmlns:a="http://schemas.openxmlformats.org/drawingml/2006/main">
            <a:rect l="l" t="t" r="r" b="b"/>
            <a:pathLst>
              <a:path w="4156202" h="2600452">
                <a:moveTo>
                  <a:pt x="0" y="433451"/>
                </a:moveTo>
                <a:cubicBezTo>
                  <a:pt x="0" y="194056"/>
                  <a:pt x="194056" y="0"/>
                  <a:pt x="433451" y="0"/>
                </a:cubicBezTo>
                <a:lnTo>
                  <a:pt x="3722751" y="0"/>
                </a:lnTo>
                <a:cubicBezTo>
                  <a:pt x="3962146" y="0"/>
                  <a:pt x="4156202" y="194056"/>
                  <a:pt x="4156202" y="433451"/>
                </a:cubicBezTo>
                <a:lnTo>
                  <a:pt x="4156202" y="2167001"/>
                </a:lnTo>
                <a:cubicBezTo>
                  <a:pt x="4156202" y="2406396"/>
                  <a:pt x="3962146" y="2600452"/>
                  <a:pt x="3722751" y="2600452"/>
                </a:cubicBezTo>
                <a:lnTo>
                  <a:pt x="433451" y="2600452"/>
                </a:lnTo>
                <a:cubicBezTo>
                  <a:pt x="194056" y="2600452"/>
                  <a:pt x="0" y="2406396"/>
                  <a:pt x="0" y="216700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B0EE2D0-1CBE-4056-8BB0-1304223C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3348752"/>
            <a:ext cx="3117113" cy="195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THINK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LLM chọn bước tiếp theo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75B938C-6C34-4CCD-80C9-874C36DE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1838" y="3902583"/>
            <a:ext cx="911256" cy="774001"/>
          </a:xfrm>
          <a:custGeom xmlns:a="http://schemas.openxmlformats.org/drawingml/2006/main">
            <a:rect l="l" t="t" r="r" b="b"/>
            <a:pathLst>
              <a:path w="1215009" h="1032002">
                <a:moveTo>
                  <a:pt x="0" y="258064"/>
                </a:moveTo>
                <a:lnTo>
                  <a:pt x="699008" y="258064"/>
                </a:lnTo>
                <a:lnTo>
                  <a:pt x="699008" y="0"/>
                </a:lnTo>
                <a:lnTo>
                  <a:pt x="1215009" y="516001"/>
                </a:lnTo>
                <a:lnTo>
                  <a:pt x="699008" y="1032002"/>
                </a:lnTo>
                <a:lnTo>
                  <a:pt x="69900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B9980A7-9A50-4B3C-A7F7-75C673D9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6389" y="3348752"/>
            <a:ext cx="3117151" cy="1950339"/>
          </a:xfrm>
          <a:custGeom xmlns:a="http://schemas.openxmlformats.org/drawingml/2006/main">
            <a:rect l="l" t="t" r="r" b="b"/>
            <a:pathLst>
              <a:path w="4156202" h="2600452">
                <a:moveTo>
                  <a:pt x="0" y="433451"/>
                </a:moveTo>
                <a:cubicBezTo>
                  <a:pt x="0" y="194056"/>
                  <a:pt x="194056" y="0"/>
                  <a:pt x="433451" y="0"/>
                </a:cubicBezTo>
                <a:lnTo>
                  <a:pt x="3722751" y="0"/>
                </a:lnTo>
                <a:cubicBezTo>
                  <a:pt x="3962146" y="0"/>
                  <a:pt x="4156202" y="194056"/>
                  <a:pt x="4156202" y="433451"/>
                </a:cubicBezTo>
                <a:lnTo>
                  <a:pt x="4156202" y="2167001"/>
                </a:lnTo>
                <a:cubicBezTo>
                  <a:pt x="4156202" y="2406396"/>
                  <a:pt x="3962146" y="2600452"/>
                  <a:pt x="3722751" y="2600452"/>
                </a:cubicBezTo>
                <a:lnTo>
                  <a:pt x="433451" y="2600452"/>
                </a:lnTo>
                <a:cubicBezTo>
                  <a:pt x="194056" y="2600452"/>
                  <a:pt x="0" y="2406396"/>
                  <a:pt x="0" y="216700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03F1ED-4BA1-4B99-BDD4-2D10F8AE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6389" y="3348752"/>
            <a:ext cx="3117113" cy="195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ACT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Framework chạy tool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4B7012D-F882-40E8-93B5-97C1CCC2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3024" y="3902583"/>
            <a:ext cx="911256" cy="774001"/>
          </a:xfrm>
          <a:custGeom xmlns:a="http://schemas.openxmlformats.org/drawingml/2006/main">
            <a:rect l="l" t="t" r="r" b="b"/>
            <a:pathLst>
              <a:path w="1215009" h="1032002">
                <a:moveTo>
                  <a:pt x="0" y="258064"/>
                </a:moveTo>
                <a:lnTo>
                  <a:pt x="699008" y="258064"/>
                </a:lnTo>
                <a:lnTo>
                  <a:pt x="699008" y="0"/>
                </a:lnTo>
                <a:lnTo>
                  <a:pt x="1215009" y="516001"/>
                </a:lnTo>
                <a:lnTo>
                  <a:pt x="699008" y="1032002"/>
                </a:lnTo>
                <a:lnTo>
                  <a:pt x="69900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6EB66B5-23B9-4BD3-A482-BA8C8AE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37575" y="3348752"/>
            <a:ext cx="3117151" cy="1950339"/>
          </a:xfrm>
          <a:custGeom xmlns:a="http://schemas.openxmlformats.org/drawingml/2006/main">
            <a:rect l="l" t="t" r="r" b="b"/>
            <a:pathLst>
              <a:path w="4156202" h="2600452">
                <a:moveTo>
                  <a:pt x="0" y="433451"/>
                </a:moveTo>
                <a:cubicBezTo>
                  <a:pt x="0" y="194056"/>
                  <a:pt x="194056" y="0"/>
                  <a:pt x="433451" y="0"/>
                </a:cubicBezTo>
                <a:lnTo>
                  <a:pt x="3722751" y="0"/>
                </a:lnTo>
                <a:cubicBezTo>
                  <a:pt x="3962146" y="0"/>
                  <a:pt x="4156202" y="194056"/>
                  <a:pt x="4156202" y="433451"/>
                </a:cubicBezTo>
                <a:lnTo>
                  <a:pt x="4156202" y="2167001"/>
                </a:lnTo>
                <a:cubicBezTo>
                  <a:pt x="4156202" y="2406396"/>
                  <a:pt x="3962146" y="2600452"/>
                  <a:pt x="3722751" y="2600452"/>
                </a:cubicBezTo>
                <a:lnTo>
                  <a:pt x="433451" y="2600452"/>
                </a:lnTo>
                <a:cubicBezTo>
                  <a:pt x="194056" y="2600452"/>
                  <a:pt x="0" y="2406396"/>
                  <a:pt x="0" y="216700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1A0EA3-E4DF-40E0-B488-EA2D872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37575" y="3348752"/>
            <a:ext cx="3117113" cy="195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OBSERVE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Kết quả vào history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6FF29A9-076D-48C0-A21B-FDF0752F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4210" y="3902583"/>
            <a:ext cx="911256" cy="774001"/>
          </a:xfrm>
          <a:custGeom xmlns:a="http://schemas.openxmlformats.org/drawingml/2006/main">
            <a:rect l="l" t="t" r="r" b="b"/>
            <a:pathLst>
              <a:path w="1215009" h="1032002">
                <a:moveTo>
                  <a:pt x="0" y="258064"/>
                </a:moveTo>
                <a:lnTo>
                  <a:pt x="699008" y="258064"/>
                </a:lnTo>
                <a:lnTo>
                  <a:pt x="699008" y="0"/>
                </a:lnTo>
                <a:lnTo>
                  <a:pt x="1215009" y="516001"/>
                </a:lnTo>
                <a:lnTo>
                  <a:pt x="699008" y="1032002"/>
                </a:lnTo>
                <a:lnTo>
                  <a:pt x="69900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B4ABBBA-1A1E-46DA-8ECD-FA294B48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98762" y="3348752"/>
            <a:ext cx="2911220" cy="1950339"/>
          </a:xfrm>
          <a:custGeom xmlns:a="http://schemas.openxmlformats.org/drawingml/2006/main">
            <a:rect l="l" t="t" r="r" b="b"/>
            <a:pathLst>
              <a:path w="3881628" h="2600452">
                <a:moveTo>
                  <a:pt x="0" y="433451"/>
                </a:moveTo>
                <a:cubicBezTo>
                  <a:pt x="0" y="194056"/>
                  <a:pt x="194056" y="0"/>
                  <a:pt x="433451" y="0"/>
                </a:cubicBezTo>
                <a:lnTo>
                  <a:pt x="3448177" y="0"/>
                </a:lnTo>
                <a:cubicBezTo>
                  <a:pt x="3687572" y="0"/>
                  <a:pt x="3881628" y="194056"/>
                  <a:pt x="3881628" y="433451"/>
                </a:cubicBezTo>
                <a:lnTo>
                  <a:pt x="3881628" y="2167001"/>
                </a:lnTo>
                <a:cubicBezTo>
                  <a:pt x="3881628" y="2406396"/>
                  <a:pt x="3687572" y="2600452"/>
                  <a:pt x="3448177" y="2600452"/>
                </a:cubicBezTo>
                <a:lnTo>
                  <a:pt x="433451" y="2600452"/>
                </a:lnTo>
                <a:cubicBezTo>
                  <a:pt x="194056" y="2600452"/>
                  <a:pt x="0" y="2406396"/>
                  <a:pt x="0" y="216700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5B6703E-1548-4952-8DD8-91868C6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98762" y="3348752"/>
            <a:ext cx="2911211" cy="195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CONTINUE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hoặc FINISH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6BEF498-507D-47FF-9DE0-52CA2E5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1322" y="6909083"/>
            <a:ext cx="12033904" cy="800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323"/>
              </a:lnSpc>
              <a:buNone/>
            </a:pPr>
            <a:r>
              <a:rPr sz="36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Mở rộng được  ·  Lỗi rõ ràng  ·  Đánh giá tái lập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F2FCE01-0B2E-4B38-A6ED-3D1BA650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A · Systems / Core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3BA68D9-69E6-4675-A66E-0DCC83A8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9584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C464B55-1CA4-4511-99C9-C5A8ED59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014659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Các tầng được tách bằng contract rõ ràng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78A783D-A44A-4B17-B735-E1B2965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840" y="2387879"/>
            <a:ext cx="3048476" cy="5244751"/>
          </a:xfrm>
          <a:custGeom xmlns:a="http://schemas.openxmlformats.org/drawingml/2006/main">
            <a:rect l="l" t="t" r="r" b="b"/>
            <a:pathLst>
              <a:path w="4064635" h="6993001">
                <a:moveTo>
                  <a:pt x="0" y="677418"/>
                </a:moveTo>
                <a:cubicBezTo>
                  <a:pt x="0" y="303276"/>
                  <a:pt x="303276" y="0"/>
                  <a:pt x="677418" y="0"/>
                </a:cubicBezTo>
                <a:lnTo>
                  <a:pt x="3387217" y="0"/>
                </a:lnTo>
                <a:cubicBezTo>
                  <a:pt x="3761359" y="0"/>
                  <a:pt x="4064635" y="303276"/>
                  <a:pt x="4064635" y="677418"/>
                </a:cubicBezTo>
                <a:lnTo>
                  <a:pt x="4064635" y="6315583"/>
                </a:lnTo>
                <a:cubicBezTo>
                  <a:pt x="4064635" y="6689725"/>
                  <a:pt x="3761359" y="6993001"/>
                  <a:pt x="3387217" y="6993001"/>
                </a:cubicBezTo>
                <a:lnTo>
                  <a:pt x="677418" y="6993001"/>
                </a:lnTo>
                <a:cubicBezTo>
                  <a:pt x="303276" y="6993001"/>
                  <a:pt x="0" y="6689725"/>
                  <a:pt x="0" y="63155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D475AFD-8E7C-4ED6-AFBA-AC169B1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840" y="2387879"/>
            <a:ext cx="3048476" cy="52447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LLM CLIENT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GeminiClient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OllamaClient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text + image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config + usage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7BC0F57-47E4-47B5-8925-C24DC0DB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14387" y="4451652"/>
            <a:ext cx="842676" cy="774001"/>
          </a:xfrm>
          <a:custGeom xmlns:a="http://schemas.openxmlformats.org/drawingml/2006/main">
            <a:rect l="l" t="t" r="r" b="b"/>
            <a:pathLst>
              <a:path w="1123569" h="1032002">
                <a:moveTo>
                  <a:pt x="0" y="258064"/>
                </a:moveTo>
                <a:lnTo>
                  <a:pt x="607568" y="258064"/>
                </a:lnTo>
                <a:lnTo>
                  <a:pt x="607568" y="0"/>
                </a:lnTo>
                <a:lnTo>
                  <a:pt x="1123569" y="516001"/>
                </a:lnTo>
                <a:lnTo>
                  <a:pt x="607568" y="1032002"/>
                </a:lnTo>
                <a:lnTo>
                  <a:pt x="60756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AAA4984-7499-47C6-B0C7-CFF8B5B1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9124" y="2387879"/>
            <a:ext cx="3048476" cy="5244751"/>
          </a:xfrm>
          <a:custGeom xmlns:a="http://schemas.openxmlformats.org/drawingml/2006/main">
            <a:rect l="l" t="t" r="r" b="b"/>
            <a:pathLst>
              <a:path w="4064635" h="6993001">
                <a:moveTo>
                  <a:pt x="0" y="677418"/>
                </a:moveTo>
                <a:cubicBezTo>
                  <a:pt x="0" y="303276"/>
                  <a:pt x="303276" y="0"/>
                  <a:pt x="677418" y="0"/>
                </a:cubicBezTo>
                <a:lnTo>
                  <a:pt x="3387217" y="0"/>
                </a:lnTo>
                <a:cubicBezTo>
                  <a:pt x="3761359" y="0"/>
                  <a:pt x="4064635" y="303276"/>
                  <a:pt x="4064635" y="677418"/>
                </a:cubicBezTo>
                <a:lnTo>
                  <a:pt x="4064635" y="6315583"/>
                </a:lnTo>
                <a:cubicBezTo>
                  <a:pt x="4064635" y="6689725"/>
                  <a:pt x="3761359" y="6993001"/>
                  <a:pt x="3387217" y="6993001"/>
                </a:cubicBezTo>
                <a:lnTo>
                  <a:pt x="677418" y="6993001"/>
                </a:lnTo>
                <a:cubicBezTo>
                  <a:pt x="303276" y="6993001"/>
                  <a:pt x="0" y="6689725"/>
                  <a:pt x="0" y="63155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F50DA7-2352-4900-824C-129286B0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9124" y="2387879"/>
            <a:ext cx="3048476" cy="52447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AGENT CORE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AgentLoop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LoopDetector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SkillLoader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ReAct + history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FE5C2C0-FB76-49D1-81BC-D11B447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9671" y="4451652"/>
            <a:ext cx="842676" cy="774001"/>
          </a:xfrm>
          <a:custGeom xmlns:a="http://schemas.openxmlformats.org/drawingml/2006/main">
            <a:rect l="l" t="t" r="r" b="b"/>
            <a:pathLst>
              <a:path w="1123569" h="1032002">
                <a:moveTo>
                  <a:pt x="0" y="258064"/>
                </a:moveTo>
                <a:lnTo>
                  <a:pt x="607568" y="258064"/>
                </a:lnTo>
                <a:lnTo>
                  <a:pt x="607568" y="0"/>
                </a:lnTo>
                <a:lnTo>
                  <a:pt x="1123569" y="516001"/>
                </a:lnTo>
                <a:lnTo>
                  <a:pt x="607568" y="1032002"/>
                </a:lnTo>
                <a:lnTo>
                  <a:pt x="60756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5EC3EDB-3D3D-4328-B50A-17E8664E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4409" y="2387879"/>
            <a:ext cx="3048476" cy="5244751"/>
          </a:xfrm>
          <a:custGeom xmlns:a="http://schemas.openxmlformats.org/drawingml/2006/main">
            <a:rect l="l" t="t" r="r" b="b"/>
            <a:pathLst>
              <a:path w="4064635" h="6993001">
                <a:moveTo>
                  <a:pt x="0" y="677418"/>
                </a:moveTo>
                <a:cubicBezTo>
                  <a:pt x="0" y="303276"/>
                  <a:pt x="303276" y="0"/>
                  <a:pt x="677418" y="0"/>
                </a:cubicBezTo>
                <a:lnTo>
                  <a:pt x="3387217" y="0"/>
                </a:lnTo>
                <a:cubicBezTo>
                  <a:pt x="3761359" y="0"/>
                  <a:pt x="4064635" y="303276"/>
                  <a:pt x="4064635" y="677418"/>
                </a:cubicBezTo>
                <a:lnTo>
                  <a:pt x="4064635" y="6315583"/>
                </a:lnTo>
                <a:cubicBezTo>
                  <a:pt x="4064635" y="6689725"/>
                  <a:pt x="3761359" y="6993001"/>
                  <a:pt x="3387217" y="6993001"/>
                </a:cubicBezTo>
                <a:lnTo>
                  <a:pt x="677418" y="6993001"/>
                </a:lnTo>
                <a:cubicBezTo>
                  <a:pt x="303276" y="6993001"/>
                  <a:pt x="0" y="6689725"/>
                  <a:pt x="0" y="63155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80DD9C2-4B79-4338-BA05-2BA1BB7D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4409" y="2387879"/>
            <a:ext cx="3048476" cy="52447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TOOLS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ToolRegistry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Factory + policy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Concrete tools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ToolError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27E799E-BD54-4F6F-A865-93EC7D67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24955" y="4451652"/>
            <a:ext cx="842676" cy="774001"/>
          </a:xfrm>
          <a:custGeom xmlns:a="http://schemas.openxmlformats.org/drawingml/2006/main">
            <a:rect l="l" t="t" r="r" b="b"/>
            <a:pathLst>
              <a:path w="1123569" h="1032002">
                <a:moveTo>
                  <a:pt x="0" y="258064"/>
                </a:moveTo>
                <a:lnTo>
                  <a:pt x="607568" y="258064"/>
                </a:lnTo>
                <a:lnTo>
                  <a:pt x="607568" y="0"/>
                </a:lnTo>
                <a:lnTo>
                  <a:pt x="1123569" y="516001"/>
                </a:lnTo>
                <a:lnTo>
                  <a:pt x="607568" y="1032002"/>
                </a:lnTo>
                <a:lnTo>
                  <a:pt x="607568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91421B7-1FFA-4EAF-9981-FF7B668C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9693" y="2387879"/>
            <a:ext cx="3323081" cy="5244751"/>
          </a:xfrm>
          <a:custGeom xmlns:a="http://schemas.openxmlformats.org/drawingml/2006/main">
            <a:rect l="l" t="t" r="r" b="b"/>
            <a:pathLst>
              <a:path w="4430776" h="6993001">
                <a:moveTo>
                  <a:pt x="0" y="738505"/>
                </a:moveTo>
                <a:cubicBezTo>
                  <a:pt x="0" y="330581"/>
                  <a:pt x="330581" y="0"/>
                  <a:pt x="738505" y="0"/>
                </a:cubicBezTo>
                <a:lnTo>
                  <a:pt x="3692271" y="0"/>
                </a:lnTo>
                <a:cubicBezTo>
                  <a:pt x="4100068" y="0"/>
                  <a:pt x="4430776" y="330581"/>
                  <a:pt x="4430776" y="738505"/>
                </a:cubicBezTo>
                <a:lnTo>
                  <a:pt x="4430776" y="6254496"/>
                </a:lnTo>
                <a:cubicBezTo>
                  <a:pt x="4430776" y="6662293"/>
                  <a:pt x="4100195" y="6993001"/>
                  <a:pt x="3692271" y="6993001"/>
                </a:cubicBezTo>
                <a:lnTo>
                  <a:pt x="738505" y="6993001"/>
                </a:lnTo>
                <a:cubicBezTo>
                  <a:pt x="330581" y="6993001"/>
                  <a:pt x="0" y="6662420"/>
                  <a:pt x="0" y="625449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951744E-D6D2-4158-9627-688FC44D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9693" y="2387879"/>
            <a:ext cx="3323015" cy="52447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EVALUATION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HarnessRunner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Evaluator Strategy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Trajectory export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StepHook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B3C192F-1206-4CCB-880A-562A1095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087" y="8117034"/>
            <a:ext cx="13818375" cy="567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A9B5C7"/>
                </a:solidFill>
                <a:latin typeface="Aptos"/>
                <a:ea typeface="Aptos"/>
                <a:cs typeface="Aptos"/>
              </a:rPr>
              <a:t>Agent phát sự kiện; Harness quan sát mà không tạo dependency ngược.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1D665DD-892A-43D3-AB82-963E95B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A · Systems / Core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80C2D83-3132-42FA-A033-4136215D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7487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C7D558A-7678-437A-9C05-7D3CC8E5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151924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AgentLoop điều phối LLM, tool và history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B6E0DB9-B245-4875-832F-5C1D32F5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2250615"/>
            <a:ext cx="7646955" cy="6480139"/>
          </a:xfrm>
          <a:custGeom xmlns:a="http://schemas.openxmlformats.org/drawingml/2006/main">
            <a:rect l="l" t="t" r="r" b="b"/>
            <a:pathLst>
              <a:path w="10195941" h="8640185">
                <a:moveTo>
                  <a:pt x="0" y="1440052"/>
                </a:moveTo>
                <a:cubicBezTo>
                  <a:pt x="0" y="644779"/>
                  <a:pt x="644779" y="0"/>
                  <a:pt x="1440053" y="0"/>
                </a:cubicBezTo>
                <a:lnTo>
                  <a:pt x="8755888" y="0"/>
                </a:lnTo>
                <a:cubicBezTo>
                  <a:pt x="9551162" y="0"/>
                  <a:pt x="10195941" y="644779"/>
                  <a:pt x="10195941" y="1440052"/>
                </a:cubicBezTo>
                <a:lnTo>
                  <a:pt x="10195941" y="7200133"/>
                </a:lnTo>
                <a:cubicBezTo>
                  <a:pt x="10195941" y="7995407"/>
                  <a:pt x="9551162" y="8640185"/>
                  <a:pt x="8755888" y="8640185"/>
                </a:cubicBezTo>
                <a:lnTo>
                  <a:pt x="1440053" y="8640185"/>
                </a:lnTo>
                <a:cubicBezTo>
                  <a:pt x="644779" y="8640185"/>
                  <a:pt x="0" y="7995407"/>
                  <a:pt x="0" y="720013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6087220-D9FD-4173-B204-A440B0EE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2250615"/>
            <a:ext cx="7646927" cy="6480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LLM CLIENT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Text và ảnh base64 trong một interface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Endpoint, model, temperature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Max tokens và timeout từ config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Gemini / Ollama cùng contract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1AB37D0-ECF8-400C-BEE6-C49856CC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1242" y="2250615"/>
            <a:ext cx="7990046" cy="6480139"/>
          </a:xfrm>
          <a:custGeom xmlns:a="http://schemas.openxmlformats.org/drawingml/2006/main">
            <a:rect l="l" t="t" r="r" b="b"/>
            <a:pathLst>
              <a:path w="10653395" h="8640185">
                <a:moveTo>
                  <a:pt x="0" y="1440052"/>
                </a:moveTo>
                <a:cubicBezTo>
                  <a:pt x="0" y="644779"/>
                  <a:pt x="644779" y="0"/>
                  <a:pt x="1440053" y="0"/>
                </a:cubicBezTo>
                <a:lnTo>
                  <a:pt x="9213342" y="0"/>
                </a:lnTo>
                <a:cubicBezTo>
                  <a:pt x="10008616" y="0"/>
                  <a:pt x="10653395" y="644779"/>
                  <a:pt x="10653395" y="1440052"/>
                </a:cubicBezTo>
                <a:lnTo>
                  <a:pt x="10653395" y="7200133"/>
                </a:lnTo>
                <a:cubicBezTo>
                  <a:pt x="10653395" y="7995407"/>
                  <a:pt x="10008616" y="8640185"/>
                  <a:pt x="9213342" y="8640185"/>
                </a:cubicBezTo>
                <a:lnTo>
                  <a:pt x="1440053" y="8640185"/>
                </a:lnTo>
                <a:cubicBezTo>
                  <a:pt x="644779" y="8640185"/>
                  <a:pt x="0" y="7995407"/>
                  <a:pt x="0" y="720013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CE9A787-6188-4BDD-A6C7-55C39738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1242" y="2250615"/>
            <a:ext cx="7990094" cy="6480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PARSER + HISTORY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JSON và fenced JSON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Escaped arguments không bị cắt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Role: system → user → assistant → tool</a:t>
            </a:r>
          </a:p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>
                <a:solidFill>
                  <a:srgbClr val="F4F7FB"/>
                </a:solidFill>
                <a:latin typeface="Aptos"/>
                <a:ea typeface="Aptos"/>
                <a:cs typeface="Aptos"/>
              </a:rPr>
              <a:t>• JSON hỏng → PARSE_ERROR, không chạy tool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1EEE632-8B9B-45A2-A50D-707B6754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A · Systems / Core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7C5211-82D6-4EEF-9E6B-CAECB33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80159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ACF8F6F-8162-42B7-B2D2-C2E29754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289188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44"/>
              </a:lnSpc>
              <a:buNone/>
            </a:pPr>
            <a:r>
              <a:rPr sz="495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Loop Detector và Skill System giữ Agent đúng hướng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023919E-4178-48C2-BC2C-412243CE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3607" y="2863548"/>
            <a:ext cx="2783490" cy="2783490"/>
          </a:xfrm>
          <a:custGeom xmlns:a="http://schemas.openxmlformats.org/drawingml/2006/main">
            <a:rect l="l" t="t" r="r" b="b"/>
            <a:pathLst>
              <a:path w="3711321" h="3711321">
                <a:moveTo>
                  <a:pt x="0" y="1855597"/>
                </a:moveTo>
                <a:cubicBezTo>
                  <a:pt x="0" y="830834"/>
                  <a:pt x="830834" y="0"/>
                  <a:pt x="1855597" y="0"/>
                </a:cubicBezTo>
                <a:cubicBezTo>
                  <a:pt x="2880360" y="0"/>
                  <a:pt x="3711321" y="830834"/>
                  <a:pt x="3711321" y="1855597"/>
                </a:cubicBezTo>
                <a:cubicBezTo>
                  <a:pt x="3711321" y="2880360"/>
                  <a:pt x="2880487" y="3711321"/>
                  <a:pt x="1855597" y="3711321"/>
                </a:cubicBezTo>
                <a:cubicBezTo>
                  <a:pt x="830707" y="3711321"/>
                  <a:pt x="0" y="2880487"/>
                  <a:pt x="0" y="185559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247AB6D-79F5-4B67-814A-B89E8F16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3607" y="2863548"/>
            <a:ext cx="2783472" cy="2783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Action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history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A4CC351-6C50-43E3-9F2D-D18A16DB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3014" y="3806495"/>
            <a:ext cx="1254442" cy="774001"/>
          </a:xfrm>
          <a:custGeom xmlns:a="http://schemas.openxmlformats.org/drawingml/2006/main">
            <a:rect l="l" t="t" r="r" b="b"/>
            <a:pathLst>
              <a:path w="1672590" h="1032002">
                <a:moveTo>
                  <a:pt x="0" y="258064"/>
                </a:moveTo>
                <a:lnTo>
                  <a:pt x="1156589" y="258064"/>
                </a:lnTo>
                <a:lnTo>
                  <a:pt x="1156589" y="0"/>
                </a:lnTo>
                <a:lnTo>
                  <a:pt x="1672590" y="516001"/>
                </a:lnTo>
                <a:lnTo>
                  <a:pt x="1156589" y="1032002"/>
                </a:lnTo>
                <a:lnTo>
                  <a:pt x="115658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7AF0956-707C-4E56-B21E-5D1C9F24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8193" y="2387879"/>
            <a:ext cx="4146613" cy="3803428"/>
          </a:xfrm>
          <a:custGeom xmlns:a="http://schemas.openxmlformats.org/drawingml/2006/main">
            <a:rect l="l" t="t" r="r" b="b"/>
            <a:pathLst>
              <a:path w="5528818" h="5071237">
                <a:moveTo>
                  <a:pt x="0" y="845185"/>
                </a:moveTo>
                <a:cubicBezTo>
                  <a:pt x="0" y="378460"/>
                  <a:pt x="378460" y="0"/>
                  <a:pt x="845185" y="0"/>
                </a:cubicBezTo>
                <a:lnTo>
                  <a:pt x="4683633" y="0"/>
                </a:lnTo>
                <a:cubicBezTo>
                  <a:pt x="5150485" y="0"/>
                  <a:pt x="5528818" y="378460"/>
                  <a:pt x="5528818" y="845185"/>
                </a:cubicBezTo>
                <a:lnTo>
                  <a:pt x="5528818" y="4226052"/>
                </a:lnTo>
                <a:cubicBezTo>
                  <a:pt x="5528818" y="4692904"/>
                  <a:pt x="5150358" y="5071237"/>
                  <a:pt x="4683633" y="5071237"/>
                </a:cubicBezTo>
                <a:lnTo>
                  <a:pt x="845185" y="5071237"/>
                </a:lnTo>
                <a:cubicBezTo>
                  <a:pt x="378460" y="5071237"/>
                  <a:pt x="0" y="4692904"/>
                  <a:pt x="0" y="422605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4363E7-3A69-48F2-B12D-3B39AAF1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8193" y="2387879"/>
            <a:ext cx="4146613" cy="3803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LOOP DETECTOR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Generic repeat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Ping-pong A ↔ B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Warning → Critical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856F25B-F013-4A5F-B2FF-6DFCD96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5514" y="3806495"/>
            <a:ext cx="1254442" cy="774001"/>
          </a:xfrm>
          <a:custGeom xmlns:a="http://schemas.openxmlformats.org/drawingml/2006/main">
            <a:rect l="l" t="t" r="r" b="b"/>
            <a:pathLst>
              <a:path w="1672590" h="1032002">
                <a:moveTo>
                  <a:pt x="0" y="258064"/>
                </a:moveTo>
                <a:lnTo>
                  <a:pt x="1156589" y="258064"/>
                </a:lnTo>
                <a:lnTo>
                  <a:pt x="1156589" y="0"/>
                </a:lnTo>
                <a:lnTo>
                  <a:pt x="1672590" y="516001"/>
                </a:lnTo>
                <a:lnTo>
                  <a:pt x="1156589" y="1032002"/>
                </a:lnTo>
                <a:lnTo>
                  <a:pt x="115658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EC3036D-320C-475B-9D59-D7D10791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9320" y="2387879"/>
            <a:ext cx="5038820" cy="3803428"/>
          </a:xfrm>
          <a:custGeom xmlns:a="http://schemas.openxmlformats.org/drawingml/2006/main">
            <a:rect l="l" t="t" r="r" b="b"/>
            <a:pathLst>
              <a:path w="6718427" h="5071237">
                <a:moveTo>
                  <a:pt x="0" y="845185"/>
                </a:moveTo>
                <a:cubicBezTo>
                  <a:pt x="0" y="378460"/>
                  <a:pt x="378460" y="0"/>
                  <a:pt x="845185" y="0"/>
                </a:cubicBezTo>
                <a:lnTo>
                  <a:pt x="5873242" y="0"/>
                </a:lnTo>
                <a:cubicBezTo>
                  <a:pt x="6340094" y="0"/>
                  <a:pt x="6718427" y="378460"/>
                  <a:pt x="6718427" y="845185"/>
                </a:cubicBezTo>
                <a:lnTo>
                  <a:pt x="6718427" y="4226052"/>
                </a:lnTo>
                <a:cubicBezTo>
                  <a:pt x="6718427" y="4692904"/>
                  <a:pt x="6339967" y="5071237"/>
                  <a:pt x="5873242" y="5071237"/>
                </a:cubicBezTo>
                <a:lnTo>
                  <a:pt x="845185" y="5071237"/>
                </a:lnTo>
                <a:cubicBezTo>
                  <a:pt x="378460" y="5071237"/>
                  <a:pt x="0" y="4692904"/>
                  <a:pt x="0" y="422605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E62B16D-AA80-461A-BDBB-B979D0B2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9320" y="2387879"/>
            <a:ext cx="5038849" cy="3803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SKILL LOADER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error_recovery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step_verifier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task_planner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Chọn theo keyword mỗi run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C483C1D-A165-4D41-8786-5ED5ADC6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36948" y="7096144"/>
            <a:ext cx="5244846" cy="1126807"/>
          </a:xfrm>
          <a:custGeom xmlns:a="http://schemas.openxmlformats.org/drawingml/2006/main">
            <a:rect l="l" t="t" r="r" b="b"/>
            <a:pathLst>
              <a:path w="6993128" h="1502410">
                <a:moveTo>
                  <a:pt x="0" y="250444"/>
                </a:moveTo>
                <a:cubicBezTo>
                  <a:pt x="0" y="112141"/>
                  <a:pt x="112141" y="0"/>
                  <a:pt x="250444" y="0"/>
                </a:cubicBezTo>
                <a:lnTo>
                  <a:pt x="6742684" y="0"/>
                </a:lnTo>
                <a:cubicBezTo>
                  <a:pt x="6880987" y="0"/>
                  <a:pt x="6993128" y="112141"/>
                  <a:pt x="6993128" y="250444"/>
                </a:cubicBezTo>
                <a:lnTo>
                  <a:pt x="6993128" y="1251966"/>
                </a:lnTo>
                <a:cubicBezTo>
                  <a:pt x="6993128" y="1390269"/>
                  <a:pt x="6880987" y="1502410"/>
                  <a:pt x="6742684" y="1502410"/>
                </a:cubicBezTo>
                <a:lnTo>
                  <a:pt x="250444" y="1502410"/>
                </a:lnTo>
                <a:cubicBezTo>
                  <a:pt x="112141" y="1502283"/>
                  <a:pt x="0" y="1390269"/>
                  <a:pt x="0" y="125196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F6B6B"/>
            </a:solidFill>
            <a:prstDash val="solid"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04FEA5-DA62-4966-B36D-3E14FE7A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36948" y="7096144"/>
            <a:ext cx="5244751" cy="1126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F6B6B"/>
                </a:solidFill>
                <a:latin typeface="Aptos Bold"/>
                <a:ea typeface="Aptos Bold"/>
                <a:cs typeface="Aptos Bold"/>
              </a:rPr>
              <a:t>Critical → dừng an toàn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0132A09-0287-478E-8A11-7442D356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3477" y="7096144"/>
            <a:ext cx="5244846" cy="1126807"/>
          </a:xfrm>
          <a:custGeom xmlns:a="http://schemas.openxmlformats.org/drawingml/2006/main">
            <a:rect l="l" t="t" r="r" b="b"/>
            <a:pathLst>
              <a:path w="6993128" h="1502410">
                <a:moveTo>
                  <a:pt x="0" y="250444"/>
                </a:moveTo>
                <a:cubicBezTo>
                  <a:pt x="0" y="112141"/>
                  <a:pt x="112141" y="0"/>
                  <a:pt x="250444" y="0"/>
                </a:cubicBezTo>
                <a:lnTo>
                  <a:pt x="6742684" y="0"/>
                </a:lnTo>
                <a:cubicBezTo>
                  <a:pt x="6880987" y="0"/>
                  <a:pt x="6993128" y="112141"/>
                  <a:pt x="6993128" y="250444"/>
                </a:cubicBezTo>
                <a:lnTo>
                  <a:pt x="6993128" y="1251966"/>
                </a:lnTo>
                <a:cubicBezTo>
                  <a:pt x="6993128" y="1390269"/>
                  <a:pt x="6880987" y="1502410"/>
                  <a:pt x="6742684" y="1502410"/>
                </a:cubicBezTo>
                <a:lnTo>
                  <a:pt x="250444" y="1502410"/>
                </a:lnTo>
                <a:cubicBezTo>
                  <a:pt x="112141" y="1502283"/>
                  <a:pt x="0" y="1390269"/>
                  <a:pt x="0" y="125196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D4FC1A8-4973-4B7C-A3D4-1AA25D9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3477" y="7096144"/>
            <a:ext cx="5244751" cy="1126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Không khớp → task_planner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91E48A2-09C0-41F2-A97D-E3C7C91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A · Systems / Core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EA691A1-B593-4B59-96B0-13824E6C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18173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8578DF8-B221-494F-8CE5-47193B1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151924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Bốn design pattern nằm trên production path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B5243BB-8AAF-4E0C-96B7-B5F6CABC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251" y="2318290"/>
            <a:ext cx="3901440" cy="5383911"/>
          </a:xfrm>
          <a:custGeom xmlns:a="http://schemas.openxmlformats.org/drawingml/2006/main">
            <a:rect l="l" t="t" r="r" b="b"/>
            <a:pathLst>
              <a:path w="5201920" h="7178548">
                <a:moveTo>
                  <a:pt x="0" y="867029"/>
                </a:moveTo>
                <a:cubicBezTo>
                  <a:pt x="0" y="388112"/>
                  <a:pt x="388112" y="0"/>
                  <a:pt x="867029" y="0"/>
                </a:cubicBezTo>
                <a:lnTo>
                  <a:pt x="4334891" y="0"/>
                </a:lnTo>
                <a:cubicBezTo>
                  <a:pt x="4813681" y="0"/>
                  <a:pt x="5201920" y="388112"/>
                  <a:pt x="5201920" y="867029"/>
                </a:cubicBezTo>
                <a:lnTo>
                  <a:pt x="5201920" y="6311519"/>
                </a:lnTo>
                <a:cubicBezTo>
                  <a:pt x="5201920" y="6790309"/>
                  <a:pt x="4813808" y="7178548"/>
                  <a:pt x="4334891" y="7178548"/>
                </a:cubicBezTo>
                <a:lnTo>
                  <a:pt x="867029" y="7178548"/>
                </a:lnTo>
                <a:cubicBezTo>
                  <a:pt x="388112" y="7178548"/>
                  <a:pt x="0" y="6790436"/>
                  <a:pt x="0" y="631151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0504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4D92D66-C40A-4FD7-A7DB-F83B17DC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251" y="2318290"/>
            <a:ext cx="3901440" cy="5383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STRATEGY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Evaluator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Đổi implementation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không đổi caller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28F8B6B-41EE-4066-BCD7-090F9223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270" y="2318290"/>
            <a:ext cx="3901440" cy="5383911"/>
          </a:xfrm>
          <a:custGeom xmlns:a="http://schemas.openxmlformats.org/drawingml/2006/main">
            <a:rect l="l" t="t" r="r" b="b"/>
            <a:pathLst>
              <a:path w="5201920" h="7178548">
                <a:moveTo>
                  <a:pt x="0" y="867029"/>
                </a:moveTo>
                <a:cubicBezTo>
                  <a:pt x="0" y="388112"/>
                  <a:pt x="388112" y="0"/>
                  <a:pt x="867029" y="0"/>
                </a:cubicBezTo>
                <a:lnTo>
                  <a:pt x="4334891" y="0"/>
                </a:lnTo>
                <a:cubicBezTo>
                  <a:pt x="4813681" y="0"/>
                  <a:pt x="5201920" y="388112"/>
                  <a:pt x="5201920" y="867029"/>
                </a:cubicBezTo>
                <a:lnTo>
                  <a:pt x="5201920" y="6311519"/>
                </a:lnTo>
                <a:cubicBezTo>
                  <a:pt x="5201920" y="6790309"/>
                  <a:pt x="4813808" y="7178548"/>
                  <a:pt x="4334891" y="7178548"/>
                </a:cubicBezTo>
                <a:lnTo>
                  <a:pt x="867029" y="7178548"/>
                </a:lnTo>
                <a:cubicBezTo>
                  <a:pt x="388112" y="7178548"/>
                  <a:pt x="0" y="6790436"/>
                  <a:pt x="0" y="631151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0504">
            <a:solidFill>
              <a:srgbClr val="33D6A6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0C7CE85-0968-41CE-B24D-6F8925ED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270" y="2318290"/>
            <a:ext cx="3901440" cy="5383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TEMPLATE METHOD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AgentLoop::run()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Skeleton cố định,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primitive có thể override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02FA8FE-507E-45D0-BCDC-BACB8866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0289" y="2318290"/>
            <a:ext cx="3901440" cy="5383911"/>
          </a:xfrm>
          <a:custGeom xmlns:a="http://schemas.openxmlformats.org/drawingml/2006/main">
            <a:rect l="l" t="t" r="r" b="b"/>
            <a:pathLst>
              <a:path w="5201920" h="7178548">
                <a:moveTo>
                  <a:pt x="0" y="867029"/>
                </a:moveTo>
                <a:cubicBezTo>
                  <a:pt x="0" y="388112"/>
                  <a:pt x="388112" y="0"/>
                  <a:pt x="867029" y="0"/>
                </a:cubicBezTo>
                <a:lnTo>
                  <a:pt x="4334891" y="0"/>
                </a:lnTo>
                <a:cubicBezTo>
                  <a:pt x="4813681" y="0"/>
                  <a:pt x="5201920" y="388112"/>
                  <a:pt x="5201920" y="867029"/>
                </a:cubicBezTo>
                <a:lnTo>
                  <a:pt x="5201920" y="6311519"/>
                </a:lnTo>
                <a:cubicBezTo>
                  <a:pt x="5201920" y="6790309"/>
                  <a:pt x="4813808" y="7178548"/>
                  <a:pt x="4334891" y="7178548"/>
                </a:cubicBezTo>
                <a:lnTo>
                  <a:pt x="867029" y="7178548"/>
                </a:lnTo>
                <a:cubicBezTo>
                  <a:pt x="388112" y="7178548"/>
                  <a:pt x="0" y="6790436"/>
                  <a:pt x="0" y="631151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0504">
            <a:solidFill>
              <a:srgbClr val="F5B942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C61CCD5-B422-49E3-B226-4D4D88B7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0289" y="2318290"/>
            <a:ext cx="3901440" cy="5383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REGISTRY / FACTORY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ToolRegistry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Lookup instance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Tạo instance mới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E339045-E5F2-4AA1-9753-C06D412F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68299" y="2318290"/>
            <a:ext cx="3901440" cy="5383911"/>
          </a:xfrm>
          <a:custGeom xmlns:a="http://schemas.openxmlformats.org/drawingml/2006/main">
            <a:rect l="l" t="t" r="r" b="b"/>
            <a:pathLst>
              <a:path w="5201920" h="7178548">
                <a:moveTo>
                  <a:pt x="0" y="867029"/>
                </a:moveTo>
                <a:cubicBezTo>
                  <a:pt x="0" y="388112"/>
                  <a:pt x="388112" y="0"/>
                  <a:pt x="867029" y="0"/>
                </a:cubicBezTo>
                <a:lnTo>
                  <a:pt x="4334891" y="0"/>
                </a:lnTo>
                <a:cubicBezTo>
                  <a:pt x="4813681" y="0"/>
                  <a:pt x="5201920" y="388112"/>
                  <a:pt x="5201920" y="867029"/>
                </a:cubicBezTo>
                <a:lnTo>
                  <a:pt x="5201920" y="6311519"/>
                </a:lnTo>
                <a:cubicBezTo>
                  <a:pt x="5201920" y="6790309"/>
                  <a:pt x="4813808" y="7178548"/>
                  <a:pt x="4334891" y="7178548"/>
                </a:cubicBezTo>
                <a:lnTo>
                  <a:pt x="867029" y="7178548"/>
                </a:lnTo>
                <a:cubicBezTo>
                  <a:pt x="388112" y="7178548"/>
                  <a:pt x="0" y="6790436"/>
                  <a:pt x="0" y="631151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0504">
            <a:solidFill>
              <a:srgbClr val="35C2FF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28EE18-DB98-488D-9D53-0FEE04E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68299" y="2318290"/>
            <a:ext cx="3901440" cy="5383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OBSERVER / HOOK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StepHook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Harness ghi trace,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Agent không biết Harness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00D3EC-A4AE-4708-8D1B-97CD8DC2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548" y="8213122"/>
            <a:ext cx="14367443" cy="485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A9B5C7"/>
                </a:solidFill>
                <a:latin typeface="Aptos"/>
                <a:ea typeface="Aptos"/>
                <a:cs typeface="Aptos"/>
              </a:rPr>
              <a:t>Pattern được chứng minh bằng luồng chạy và focused tests — không chỉ nằm trong sơ đồ.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CD8DF4E-A540-4F89-8BD8-20B94DC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900982A-15B7-4F5E-81ED-DBA1044A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76702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788DE48-3A5C-4AF5-B065-92C7BC34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151924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Modern C++ làm rõ ownership và contract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506BC8-B1D9-4B6A-A21E-54B24690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60">
            <a:off x="1559433" y="4328122"/>
            <a:ext cx="15000399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C2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6F579A5-5C71-42D7-B0B6-50BB1E60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142" y="3943760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516001"/>
                </a:moveTo>
                <a:cubicBezTo>
                  <a:pt x="0" y="231013"/>
                  <a:pt x="231013" y="0"/>
                  <a:pt x="516001" y="0"/>
                </a:cubicBezTo>
                <a:cubicBezTo>
                  <a:pt x="800989" y="0"/>
                  <a:pt x="1032002" y="231013"/>
                  <a:pt x="1032002" y="516001"/>
                </a:cubicBezTo>
                <a:cubicBezTo>
                  <a:pt x="1032002" y="800989"/>
                  <a:pt x="800989" y="1032002"/>
                  <a:pt x="516001" y="1032002"/>
                </a:cubicBezTo>
                <a:cubicBezTo>
                  <a:pt x="231013" y="1032002"/>
                  <a:pt x="0" y="800989"/>
                  <a:pt x="0" y="516001"/>
                </a:cubicBez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0A049EE-DFB0-47A3-AEEE-34CD4978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1593" y="3943760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516001"/>
                </a:moveTo>
                <a:cubicBezTo>
                  <a:pt x="0" y="231013"/>
                  <a:pt x="231013" y="0"/>
                  <a:pt x="516001" y="0"/>
                </a:cubicBezTo>
                <a:cubicBezTo>
                  <a:pt x="800989" y="0"/>
                  <a:pt x="1032002" y="231013"/>
                  <a:pt x="1032002" y="516001"/>
                </a:cubicBezTo>
                <a:cubicBezTo>
                  <a:pt x="1032002" y="800989"/>
                  <a:pt x="800989" y="1032002"/>
                  <a:pt x="516001" y="1032002"/>
                </a:cubicBezTo>
                <a:cubicBezTo>
                  <a:pt x="231013" y="1032002"/>
                  <a:pt x="0" y="800989"/>
                  <a:pt x="0" y="516001"/>
                </a:cubicBez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E87B8379-CCAA-4F25-A0A4-183A69C7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0044" y="3943760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516001"/>
                </a:moveTo>
                <a:cubicBezTo>
                  <a:pt x="0" y="231013"/>
                  <a:pt x="231013" y="0"/>
                  <a:pt x="516001" y="0"/>
                </a:cubicBezTo>
                <a:cubicBezTo>
                  <a:pt x="800989" y="0"/>
                  <a:pt x="1032002" y="231013"/>
                  <a:pt x="1032002" y="516001"/>
                </a:cubicBezTo>
                <a:cubicBezTo>
                  <a:pt x="1032002" y="800989"/>
                  <a:pt x="800989" y="1032002"/>
                  <a:pt x="516001" y="1032002"/>
                </a:cubicBezTo>
                <a:cubicBezTo>
                  <a:pt x="231013" y="1032002"/>
                  <a:pt x="0" y="800989"/>
                  <a:pt x="0" y="516001"/>
                </a:cubicBez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9015578-D6FB-4E32-8E46-5CC14F1C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58495" y="3943760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516001"/>
                </a:moveTo>
                <a:cubicBezTo>
                  <a:pt x="0" y="231013"/>
                  <a:pt x="231013" y="0"/>
                  <a:pt x="516001" y="0"/>
                </a:cubicBezTo>
                <a:cubicBezTo>
                  <a:pt x="800989" y="0"/>
                  <a:pt x="1032002" y="231013"/>
                  <a:pt x="1032002" y="516001"/>
                </a:cubicBezTo>
                <a:cubicBezTo>
                  <a:pt x="1032002" y="800989"/>
                  <a:pt x="800989" y="1032002"/>
                  <a:pt x="516001" y="1032002"/>
                </a:cubicBezTo>
                <a:cubicBezTo>
                  <a:pt x="231013" y="1032002"/>
                  <a:pt x="0" y="800989"/>
                  <a:pt x="0" y="516001"/>
                </a:cubicBezTo>
                <a:close/>
              </a:path>
            </a:pathLst>
          </a:custGeom>
          <a:solidFill xmlns:a="http://schemas.openxmlformats.org/drawingml/2006/main">
            <a:srgbClr val="FF6B6B"/>
          </a:solidFill>
          <a:ln xmlns:a="http://schemas.openxmlformats.org/drawingml/2006/main" w="19065">
            <a:solidFill>
              <a:srgbClr val="FF6B6B"/>
            </a:solidFill>
            <a:prstDash val="solid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68C22E1-9E66-459A-9D9D-036EDA3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2516534"/>
            <a:ext cx="1532963" cy="594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C++17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F52FEA-EEA5-46A2-A21C-4C1715B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871" y="5055975"/>
            <a:ext cx="2562463" cy="18303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smart pointers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filesystem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variant · optional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91B5D8C-E322-485D-9C92-E6638E6B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126" y="2516534"/>
            <a:ext cx="1532963" cy="594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C++20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FA2FFCD-143F-4A8A-8431-D0A40CAB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1695" y="5055975"/>
            <a:ext cx="2562463" cy="14185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ranges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40445AA-693F-4CE8-BFA4-23252389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0587" y="2516534"/>
            <a:ext cx="1532963" cy="594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C++23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591E769-EBE1-4F12-8DBE-3E2B6BAC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0146" y="5055975"/>
            <a:ext cx="2562463" cy="14185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std::expected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std::println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2FCEB46-6EB1-4677-95A6-4C0F8AEF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9038" y="2516534"/>
            <a:ext cx="1532963" cy="594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FF6B6B"/>
                </a:solidFill>
                <a:latin typeface="Aptos Bold"/>
                <a:ea typeface="Aptos Bold"/>
                <a:cs typeface="Aptos Bold"/>
              </a:rPr>
              <a:t>C++26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DE06B64-C55F-4180-B2A3-B2845AB9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1166" y="4997863"/>
            <a:ext cx="4485988" cy="1877853"/>
          </a:xfrm>
          <a:custGeom xmlns:a="http://schemas.openxmlformats.org/drawingml/2006/main">
            <a:rect l="l" t="t" r="r" b="b"/>
            <a:pathLst>
              <a:path w="5981319" h="2503805">
                <a:moveTo>
                  <a:pt x="0" y="417322"/>
                </a:moveTo>
                <a:cubicBezTo>
                  <a:pt x="0" y="186817"/>
                  <a:pt x="186817" y="0"/>
                  <a:pt x="417322" y="0"/>
                </a:cubicBezTo>
                <a:lnTo>
                  <a:pt x="5563997" y="0"/>
                </a:lnTo>
                <a:cubicBezTo>
                  <a:pt x="5794502" y="0"/>
                  <a:pt x="5981319" y="186817"/>
                  <a:pt x="5981319" y="417322"/>
                </a:cubicBezTo>
                <a:lnTo>
                  <a:pt x="5981319" y="2086483"/>
                </a:lnTo>
                <a:cubicBezTo>
                  <a:pt x="5981319" y="2316988"/>
                  <a:pt x="5794502" y="2503805"/>
                  <a:pt x="5563997" y="2503805"/>
                </a:cubicBezTo>
                <a:lnTo>
                  <a:pt x="417322" y="2503805"/>
                </a:lnTo>
                <a:cubicBezTo>
                  <a:pt x="186817" y="2503805"/>
                  <a:pt x="0" y="2316988"/>
                  <a:pt x="0" y="20864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F6B6B"/>
            </a:solidFill>
            <a:prstDash val="solid"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4293C30-4FDD-470E-BA4E-3015D41C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1166" y="4990720"/>
            <a:ext cx="4485970" cy="1885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rimo"/>
                <a:ea typeface="Arimo"/>
                <a:cs typeface="Arimo"/>
              </a:rPr>
              <a:t>= delete("owns worker threads")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5A6B72-114A-4933-BB5D-BFF3315F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0900" y="7242724"/>
            <a:ext cx="3866502" cy="439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21"/>
              </a:lnSpc>
              <a:buNone/>
            </a:pPr>
            <a:r>
              <a:rPr sz="2101">
                <a:solidFill>
                  <a:srgbClr val="A9B5C7"/>
                </a:solidFill>
                <a:latin typeface="Aptos"/>
                <a:ea typeface="Aptos"/>
                <a:cs typeface="Aptos"/>
              </a:rPr>
              <a:t>Không claim std::inplace_vector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F26C9DD-A2A7-4F6E-AF0A-7BAB79C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60F9990-F134-48BE-84E7-98D67571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56028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CD6C52A-F90F-417E-ABB2-79921A6A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289188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44"/>
              </a:lnSpc>
              <a:buNone/>
            </a:pPr>
            <a:r>
              <a:rPr sz="495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ToolRegistry mở rộng tool mà không sửa Agent Core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C8379AF-7445-43FC-978E-EF605BF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1568" y="3275352"/>
            <a:ext cx="4293394" cy="2920746"/>
          </a:xfrm>
          <a:custGeom xmlns:a="http://schemas.openxmlformats.org/drawingml/2006/main">
            <a:rect l="l" t="t" r="r" b="b"/>
            <a:pathLst>
              <a:path w="5724525" h="3894328">
                <a:moveTo>
                  <a:pt x="0" y="1947164"/>
                </a:moveTo>
                <a:cubicBezTo>
                  <a:pt x="0" y="871728"/>
                  <a:pt x="1281430" y="0"/>
                  <a:pt x="2862326" y="0"/>
                </a:cubicBezTo>
                <a:cubicBezTo>
                  <a:pt x="4443222" y="0"/>
                  <a:pt x="5724525" y="871728"/>
                  <a:pt x="5724525" y="1947164"/>
                </a:cubicBezTo>
                <a:cubicBezTo>
                  <a:pt x="5724525" y="3022600"/>
                  <a:pt x="4443095" y="3894328"/>
                  <a:pt x="2862326" y="3894328"/>
                </a:cubicBezTo>
                <a:cubicBezTo>
                  <a:pt x="1281557" y="3894328"/>
                  <a:pt x="0" y="3022600"/>
                  <a:pt x="0" y="1947164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B84D7C8-F930-462B-ADCD-BB2F843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1568" y="3275352"/>
            <a:ext cx="4293413" cy="29207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ToolRegistry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lookup · create · catalog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79A00F7-2F7F-4EE5-A07A-4F10946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8053" y="4039848"/>
            <a:ext cx="2352579" cy="774001"/>
          </a:xfrm>
          <a:custGeom xmlns:a="http://schemas.openxmlformats.org/drawingml/2006/main">
            <a:rect l="l" t="t" r="r" b="b"/>
            <a:pathLst>
              <a:path w="3136773" h="1032002">
                <a:moveTo>
                  <a:pt x="0" y="258064"/>
                </a:moveTo>
                <a:lnTo>
                  <a:pt x="2620772" y="258064"/>
                </a:lnTo>
                <a:lnTo>
                  <a:pt x="2620772" y="0"/>
                </a:lnTo>
                <a:lnTo>
                  <a:pt x="3136773" y="516001"/>
                </a:lnTo>
                <a:lnTo>
                  <a:pt x="2620772" y="1032002"/>
                </a:lnTo>
                <a:lnTo>
                  <a:pt x="2620772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CABE035-0D6F-4460-A262-77C1844A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2195" y="3642122"/>
            <a:ext cx="1258424" cy="29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41"/>
              </a:lnSpc>
              <a:buNone/>
            </a:pPr>
            <a:r>
              <a:rPr sz="1951">
                <a:solidFill>
                  <a:srgbClr val="35C2FF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9396D61-32A8-46F6-9AE4-67BAA1A0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938" y="3280115"/>
            <a:ext cx="3117056" cy="2293524"/>
          </a:xfrm>
          <a:custGeom xmlns:a="http://schemas.openxmlformats.org/drawingml/2006/main">
            <a:rect l="l" t="t" r="r" b="b"/>
            <a:pathLst>
              <a:path w="4156075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3646424" y="0"/>
                </a:lnTo>
                <a:cubicBezTo>
                  <a:pt x="3927856" y="0"/>
                  <a:pt x="4156075" y="228219"/>
                  <a:pt x="4156075" y="509651"/>
                </a:cubicBezTo>
                <a:lnTo>
                  <a:pt x="4156075" y="2548382"/>
                </a:lnTo>
                <a:cubicBezTo>
                  <a:pt x="4156075" y="2829814"/>
                  <a:pt x="3927856" y="3058033"/>
                  <a:pt x="3646424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9D975ED-1B00-4E6A-A735-96B69D6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938" y="3280115"/>
            <a:ext cx="311711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Concrete Tool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name · description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execute(arguments)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C1DE0E7-D987-4788-A6ED-EE1459B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3724" y="4169042"/>
            <a:ext cx="2352579" cy="774001"/>
          </a:xfrm>
          <a:custGeom xmlns:a="http://schemas.openxmlformats.org/drawingml/2006/main">
            <a:rect l="l" t="t" r="r" b="b"/>
            <a:pathLst>
              <a:path w="3136773" h="1032002">
                <a:moveTo>
                  <a:pt x="0" y="258064"/>
                </a:moveTo>
                <a:lnTo>
                  <a:pt x="2620772" y="258064"/>
                </a:lnTo>
                <a:lnTo>
                  <a:pt x="2620772" y="0"/>
                </a:lnTo>
                <a:lnTo>
                  <a:pt x="3136773" y="516001"/>
                </a:lnTo>
                <a:lnTo>
                  <a:pt x="2620772" y="1032002"/>
                </a:lnTo>
                <a:lnTo>
                  <a:pt x="2620772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E20EA7-440F-4746-B045-3D71ABE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7394" y="3788578"/>
            <a:ext cx="1258424" cy="29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41"/>
              </a:lnSpc>
              <a:buNone/>
            </a:pPr>
            <a:r>
              <a:rPr sz="1951">
                <a:solidFill>
                  <a:srgbClr val="33D6A6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B33FD4-2C32-4139-B9EA-55E94EB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61497" y="3280115"/>
            <a:ext cx="3117056" cy="2293524"/>
          </a:xfrm>
          <a:custGeom xmlns:a="http://schemas.openxmlformats.org/drawingml/2006/main">
            <a:rect l="l" t="t" r="r" b="b"/>
            <a:pathLst>
              <a:path w="4156075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3646424" y="0"/>
                </a:lnTo>
                <a:cubicBezTo>
                  <a:pt x="3927856" y="0"/>
                  <a:pt x="4156075" y="228219"/>
                  <a:pt x="4156075" y="509651"/>
                </a:cubicBezTo>
                <a:lnTo>
                  <a:pt x="4156075" y="2548382"/>
                </a:lnTo>
                <a:cubicBezTo>
                  <a:pt x="4156075" y="2829814"/>
                  <a:pt x="3927856" y="3058033"/>
                  <a:pt x="3646424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23B3A6A-4F12-409B-B3DA-CF86F57C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61497" y="3280115"/>
            <a:ext cx="3117113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System Prompt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Tên và mô tả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khớp runtime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88AD105-38A8-4D03-BFAB-153377C4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959" y="6987283"/>
            <a:ext cx="4350638" cy="1056227"/>
          </a:xfrm>
          <a:custGeom xmlns:a="http://schemas.openxmlformats.org/drawingml/2006/main">
            <a:rect l="l" t="t" r="r" b="b"/>
            <a:pathLst>
              <a:path w="5800852" h="1408303">
                <a:moveTo>
                  <a:pt x="0" y="234696"/>
                </a:moveTo>
                <a:cubicBezTo>
                  <a:pt x="0" y="105029"/>
                  <a:pt x="105029" y="0"/>
                  <a:pt x="234696" y="0"/>
                </a:cubicBezTo>
                <a:lnTo>
                  <a:pt x="5566156" y="0"/>
                </a:lnTo>
                <a:cubicBezTo>
                  <a:pt x="5695823" y="0"/>
                  <a:pt x="5800852" y="105029"/>
                  <a:pt x="5800852" y="234696"/>
                </a:cubicBezTo>
                <a:lnTo>
                  <a:pt x="5800852" y="1173607"/>
                </a:lnTo>
                <a:cubicBezTo>
                  <a:pt x="5800852" y="1303274"/>
                  <a:pt x="5695823" y="1408303"/>
                  <a:pt x="5566156" y="1408303"/>
                </a:cubicBezTo>
                <a:lnTo>
                  <a:pt x="234696" y="1408303"/>
                </a:lnTo>
                <a:cubicBezTo>
                  <a:pt x="105029" y="1408303"/>
                  <a:pt x="0" y="1303147"/>
                  <a:pt x="0" y="11736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F5B942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9190753-45C3-44F1-87D0-3CE54491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959" y="6987283"/>
            <a:ext cx="4350610" cy="105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Alias normalization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A4CE160-CCB0-4CE6-8D42-FEBC134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7283" y="6987283"/>
            <a:ext cx="4350638" cy="1056227"/>
          </a:xfrm>
          <a:custGeom xmlns:a="http://schemas.openxmlformats.org/drawingml/2006/main">
            <a:rect l="l" t="t" r="r" b="b"/>
            <a:pathLst>
              <a:path w="5800852" h="1408303">
                <a:moveTo>
                  <a:pt x="0" y="234696"/>
                </a:moveTo>
                <a:cubicBezTo>
                  <a:pt x="0" y="105029"/>
                  <a:pt x="105029" y="0"/>
                  <a:pt x="234696" y="0"/>
                </a:cubicBezTo>
                <a:lnTo>
                  <a:pt x="5566156" y="0"/>
                </a:lnTo>
                <a:cubicBezTo>
                  <a:pt x="5695823" y="0"/>
                  <a:pt x="5800852" y="105029"/>
                  <a:pt x="5800852" y="234696"/>
                </a:cubicBezTo>
                <a:lnTo>
                  <a:pt x="5800852" y="1173607"/>
                </a:lnTo>
                <a:cubicBezTo>
                  <a:pt x="5800852" y="1303274"/>
                  <a:pt x="5695823" y="1408303"/>
                  <a:pt x="5566156" y="1408303"/>
                </a:cubicBezTo>
                <a:lnTo>
                  <a:pt x="234696" y="1408303"/>
                </a:lnTo>
                <a:cubicBezTo>
                  <a:pt x="105029" y="1408303"/>
                  <a:pt x="0" y="1303147"/>
                  <a:pt x="0" y="11736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FF6B6B"/>
            </a:solidFill>
            <a:prstDash val="solid"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7F0F687-0A41-4996-8D0B-A75A364E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7283" y="6987283"/>
            <a:ext cx="4350610" cy="105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F6B6B"/>
                </a:solidFill>
                <a:latin typeface="Aptos Bold"/>
                <a:ea typeface="Aptos Bold"/>
                <a:cs typeface="Aptos Bold"/>
              </a:rPr>
              <a:t>Allow / deny policy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53CCA83-A961-4C06-A26A-52ADD904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46606" y="6987283"/>
            <a:ext cx="4350638" cy="1056227"/>
          </a:xfrm>
          <a:custGeom xmlns:a="http://schemas.openxmlformats.org/drawingml/2006/main">
            <a:rect l="l" t="t" r="r" b="b"/>
            <a:pathLst>
              <a:path w="5800852" h="1408303">
                <a:moveTo>
                  <a:pt x="0" y="234696"/>
                </a:moveTo>
                <a:cubicBezTo>
                  <a:pt x="0" y="105029"/>
                  <a:pt x="105029" y="0"/>
                  <a:pt x="234696" y="0"/>
                </a:cubicBezTo>
                <a:lnTo>
                  <a:pt x="5566156" y="0"/>
                </a:lnTo>
                <a:cubicBezTo>
                  <a:pt x="5695823" y="0"/>
                  <a:pt x="5800852" y="105029"/>
                  <a:pt x="5800852" y="234696"/>
                </a:cubicBezTo>
                <a:lnTo>
                  <a:pt x="5800852" y="1173607"/>
                </a:lnTo>
                <a:cubicBezTo>
                  <a:pt x="5800852" y="1303274"/>
                  <a:pt x="5695823" y="1408303"/>
                  <a:pt x="5566156" y="1408303"/>
                </a:cubicBezTo>
                <a:lnTo>
                  <a:pt x="234696" y="1408303"/>
                </a:lnTo>
                <a:cubicBezTo>
                  <a:pt x="105029" y="1408303"/>
                  <a:pt x="0" y="1303147"/>
                  <a:pt x="0" y="11736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5C2FF"/>
            </a:solidFill>
            <a:prstDash val="solid"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619B9F22-F7E7-41DD-B0A3-28DD24C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46606" y="6987283"/>
            <a:ext cx="4350610" cy="105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Fresh-instance factory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5236002-4CA1-4EA4-A140-A75EF982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23CAB0-4B13-4050-8F08-D15003EE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0304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6DFA9A7-4CE8-4937-91A9-90FC70E9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014659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Bộ tool đáp ứng requirement bắt buộc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276D0D2-CAA3-48A0-8C36-74F764FF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40" y="2045618"/>
            <a:ext cx="3935139" cy="5167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5 nhóm bắt buộc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69D7908-2B0B-4ECF-B926-D3B86F73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108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5C2FF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0AB121F-04B5-463A-8D22-50C002BB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108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Shell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execute_shell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BE90EF8-9959-47F3-B11F-C326AD9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4255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5C2FF"/>
            </a:solidFill>
            <a:prstDash val="solid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12E48F5-319D-4870-B94E-5946EBBB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4255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File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· write · append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61DC8E0-E6BC-4668-98E9-57D3F4E6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1402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5C2FF"/>
            </a:solidFill>
            <a:prstDash val="solid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2865AD-E5D5-4197-86D6-3CA3BDD3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1402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Web Search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DuckDuckGo / Wiki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9CB22C0-1967-442B-A169-6E5A390E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49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3D6A6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F200A09-AAF2-4258-8F0A-3FFC521B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49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Memory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memory_save</a:t>
            </a:r>
          </a:p>
          <a:p xmlns:a="http://schemas.openxmlformats.org/drawingml/2006/main">
            <a:pPr algn="ctr">
              <a:lnSpc>
                <a:spcPts val="2882"/>
              </a:lnSpc>
              <a:buNone/>
            </a:pPr>
            <a:r>
              <a:rPr sz="2401">
                <a:solidFill>
                  <a:srgbClr val="F4F7FB"/>
                </a:solidFill>
                <a:latin typeface="Aptos"/>
                <a:ea typeface="Aptos"/>
                <a:cs typeface="Aptos"/>
              </a:rPr>
              <a:t>memory_search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C5AB7A9-C4C2-4813-BD69-2CED0B32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45696" y="2801588"/>
            <a:ext cx="2907410" cy="1740693"/>
          </a:xfrm>
          <a:custGeom xmlns:a="http://schemas.openxmlformats.org/drawingml/2006/main">
            <a:rect l="l" t="t" r="r" b="b"/>
            <a:pathLst>
              <a:path w="3876548" h="2320925">
                <a:moveTo>
                  <a:pt x="0" y="386842"/>
                </a:moveTo>
                <a:cubicBezTo>
                  <a:pt x="0" y="173228"/>
                  <a:pt x="173228" y="0"/>
                  <a:pt x="386842" y="0"/>
                </a:cubicBezTo>
                <a:lnTo>
                  <a:pt x="3489706" y="0"/>
                </a:lnTo>
                <a:cubicBezTo>
                  <a:pt x="3703320" y="0"/>
                  <a:pt x="3876548" y="173228"/>
                  <a:pt x="3876548" y="386842"/>
                </a:cubicBezTo>
                <a:lnTo>
                  <a:pt x="3876548" y="1934083"/>
                </a:lnTo>
                <a:cubicBezTo>
                  <a:pt x="3876548" y="2147697"/>
                  <a:pt x="3703320" y="2320925"/>
                  <a:pt x="3489706" y="2320925"/>
                </a:cubicBezTo>
                <a:lnTo>
                  <a:pt x="386842" y="2320925"/>
                </a:lnTo>
                <a:cubicBezTo>
                  <a:pt x="173228" y="2320798"/>
                  <a:pt x="0" y="2147697"/>
                  <a:pt x="0" y="19340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5C2FF"/>
            </a:solidFill>
            <a:prstDash val="solid"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36B9D63-3E07-47C6-92C0-066706F0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45696" y="2801588"/>
            <a:ext cx="2907392" cy="1740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Calculator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>
                <a:solidFill>
                  <a:srgbClr val="F4F7FB"/>
                </a:solidFill>
                <a:latin typeface="Aptos"/>
                <a:ea typeface="Aptos"/>
                <a:cs typeface="Aptos"/>
              </a:rPr>
              <a:t>biểu thức số học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8AF1CC7-0279-42F0-9FCD-48A1357A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40" y="5545931"/>
            <a:ext cx="3935139" cy="5167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3 tool bổ sung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276D480E-C15C-44C4-93D5-58EB41B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108" y="6370539"/>
            <a:ext cx="3662362" cy="1397412"/>
          </a:xfrm>
          <a:custGeom xmlns:a="http://schemas.openxmlformats.org/drawingml/2006/main">
            <a:rect l="l" t="t" r="r" b="b"/>
            <a:pathLst>
              <a:path w="4883150" h="1863217">
                <a:moveTo>
                  <a:pt x="0" y="310515"/>
                </a:moveTo>
                <a:cubicBezTo>
                  <a:pt x="0" y="139065"/>
                  <a:pt x="139065" y="0"/>
                  <a:pt x="310515" y="0"/>
                </a:cubicBezTo>
                <a:lnTo>
                  <a:pt x="4572635" y="0"/>
                </a:lnTo>
                <a:cubicBezTo>
                  <a:pt x="4744085" y="0"/>
                  <a:pt x="4883150" y="139065"/>
                  <a:pt x="4883150" y="310515"/>
                </a:cubicBezTo>
                <a:lnTo>
                  <a:pt x="4883150" y="1552702"/>
                </a:lnTo>
                <a:cubicBezTo>
                  <a:pt x="4883150" y="1724152"/>
                  <a:pt x="4744085" y="1863217"/>
                  <a:pt x="4572635" y="1863217"/>
                </a:cubicBezTo>
                <a:lnTo>
                  <a:pt x="310515" y="1863217"/>
                </a:lnTo>
                <a:cubicBezTo>
                  <a:pt x="139065" y="1863217"/>
                  <a:pt x="0" y="1724279"/>
                  <a:pt x="0" y="155270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5B942"/>
            </a:solidFill>
            <a:prstDash val="solid"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751AEDA-54B1-48C0-A661-EDC16D2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108" y="6370539"/>
            <a:ext cx="3662362" cy="139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Time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E1CDFA2-E0BC-4CA6-80BD-2922A467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5128" y="6370539"/>
            <a:ext cx="3662362" cy="1397412"/>
          </a:xfrm>
          <a:custGeom xmlns:a="http://schemas.openxmlformats.org/drawingml/2006/main">
            <a:rect l="l" t="t" r="r" b="b"/>
            <a:pathLst>
              <a:path w="4883150" h="1863217">
                <a:moveTo>
                  <a:pt x="0" y="310515"/>
                </a:moveTo>
                <a:cubicBezTo>
                  <a:pt x="0" y="139065"/>
                  <a:pt x="139065" y="0"/>
                  <a:pt x="310515" y="0"/>
                </a:cubicBezTo>
                <a:lnTo>
                  <a:pt x="4572635" y="0"/>
                </a:lnTo>
                <a:cubicBezTo>
                  <a:pt x="4744085" y="0"/>
                  <a:pt x="4883150" y="139065"/>
                  <a:pt x="4883150" y="310515"/>
                </a:cubicBezTo>
                <a:lnTo>
                  <a:pt x="4883150" y="1552702"/>
                </a:lnTo>
                <a:cubicBezTo>
                  <a:pt x="4883150" y="1724152"/>
                  <a:pt x="4744085" y="1863217"/>
                  <a:pt x="4572635" y="1863217"/>
                </a:cubicBezTo>
                <a:lnTo>
                  <a:pt x="310515" y="1863217"/>
                </a:lnTo>
                <a:cubicBezTo>
                  <a:pt x="139065" y="1863217"/>
                  <a:pt x="0" y="1724279"/>
                  <a:pt x="0" y="155270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5B942"/>
            </a:solidFill>
            <a:prstDash val="solid"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95DF463-1A93-49F9-B2B5-04A7C616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5128" y="6370539"/>
            <a:ext cx="3662362" cy="139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JSON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C9E97A2-DE2D-44B7-8512-A0F5D0FB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3147" y="6370539"/>
            <a:ext cx="3662362" cy="1397412"/>
          </a:xfrm>
          <a:custGeom xmlns:a="http://schemas.openxmlformats.org/drawingml/2006/main">
            <a:rect l="l" t="t" r="r" b="b"/>
            <a:pathLst>
              <a:path w="4883150" h="1863217">
                <a:moveTo>
                  <a:pt x="0" y="310515"/>
                </a:moveTo>
                <a:cubicBezTo>
                  <a:pt x="0" y="139065"/>
                  <a:pt x="139065" y="0"/>
                  <a:pt x="310515" y="0"/>
                </a:cubicBezTo>
                <a:lnTo>
                  <a:pt x="4572635" y="0"/>
                </a:lnTo>
                <a:cubicBezTo>
                  <a:pt x="4744085" y="0"/>
                  <a:pt x="4883150" y="139065"/>
                  <a:pt x="4883150" y="310515"/>
                </a:cubicBezTo>
                <a:lnTo>
                  <a:pt x="4883150" y="1552702"/>
                </a:lnTo>
                <a:cubicBezTo>
                  <a:pt x="4883150" y="1724152"/>
                  <a:pt x="4744085" y="1863217"/>
                  <a:pt x="4572635" y="1863217"/>
                </a:cubicBezTo>
                <a:lnTo>
                  <a:pt x="310515" y="1863217"/>
                </a:lnTo>
                <a:cubicBezTo>
                  <a:pt x="139065" y="1863217"/>
                  <a:pt x="0" y="1724279"/>
                  <a:pt x="0" y="155270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5B942"/>
            </a:solidFill>
            <a:prstDash val="solid"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BF8E9D9-4F01-4E2F-BF20-1ABCB2E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3147" y="6370539"/>
            <a:ext cx="3662362" cy="139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</a:pPr>
            <a:r>
              <a:rPr sz="285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Git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F6ED2C-4B4B-4052-B7C7-DA5E465E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1166" y="6370539"/>
            <a:ext cx="3250501" cy="1397412"/>
          </a:xfrm>
          <a:custGeom xmlns:a="http://schemas.openxmlformats.org/drawingml/2006/main">
            <a:rect l="l" t="t" r="r" b="b"/>
            <a:pathLst>
              <a:path w="4334002" h="1863217">
                <a:moveTo>
                  <a:pt x="0" y="310515"/>
                </a:moveTo>
                <a:cubicBezTo>
                  <a:pt x="0" y="139065"/>
                  <a:pt x="139065" y="0"/>
                  <a:pt x="310515" y="0"/>
                </a:cubicBezTo>
                <a:lnTo>
                  <a:pt x="4023487" y="0"/>
                </a:lnTo>
                <a:cubicBezTo>
                  <a:pt x="4194937" y="0"/>
                  <a:pt x="4334002" y="139065"/>
                  <a:pt x="4334002" y="310515"/>
                </a:cubicBezTo>
                <a:lnTo>
                  <a:pt x="4334002" y="1552702"/>
                </a:lnTo>
                <a:cubicBezTo>
                  <a:pt x="4334002" y="1724152"/>
                  <a:pt x="4194937" y="1863217"/>
                  <a:pt x="4023487" y="1863217"/>
                </a:cubicBezTo>
                <a:lnTo>
                  <a:pt x="310515" y="1863217"/>
                </a:lnTo>
                <a:cubicBezTo>
                  <a:pt x="139065" y="1863217"/>
                  <a:pt x="0" y="1724279"/>
                  <a:pt x="0" y="155270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F6B6B"/>
            </a:solidFill>
            <a:prstDash val="solid"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173AA0D0-F161-4AC7-AC92-2D4C03A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1166" y="6370539"/>
            <a:ext cx="3250568" cy="139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F6B6B"/>
                </a:solidFill>
                <a:latin typeface="Aptos Bold"/>
                <a:ea typeface="Aptos Bold"/>
                <a:cs typeface="Aptos Bold"/>
              </a:rPr>
              <a:t>Failure → ToolError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86AB951-8F5A-4148-A3F3-959F9389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FCE069B-2C4C-42F4-9757-B9ECC6AD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150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C9B18DC-FDB7-42A8-9E7F-F5E3BCBE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4367443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Vector Search thay thế tìm kiếm từ khóa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D4C422F-D6A2-4361-9B6E-DA146F4E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301" y="2731046"/>
            <a:ext cx="2705291" cy="3048476"/>
          </a:xfrm>
          <a:custGeom xmlns:a="http://schemas.openxmlformats.org/drawingml/2006/main">
            <a:rect l="l" t="t" r="r" b="b"/>
            <a:pathLst>
              <a:path w="3607054" h="4064635">
                <a:moveTo>
                  <a:pt x="0" y="601218"/>
                </a:moveTo>
                <a:cubicBezTo>
                  <a:pt x="0" y="269113"/>
                  <a:pt x="269113" y="0"/>
                  <a:pt x="601218" y="0"/>
                </a:cubicBezTo>
                <a:lnTo>
                  <a:pt x="3005836" y="0"/>
                </a:lnTo>
                <a:cubicBezTo>
                  <a:pt x="3337814" y="0"/>
                  <a:pt x="3607054" y="269113"/>
                  <a:pt x="3607054" y="601218"/>
                </a:cubicBezTo>
                <a:lnTo>
                  <a:pt x="3607054" y="3463417"/>
                </a:lnTo>
                <a:cubicBezTo>
                  <a:pt x="3607054" y="3795395"/>
                  <a:pt x="3337941" y="4064635"/>
                  <a:pt x="3005836" y="4064635"/>
                </a:cubicBezTo>
                <a:lnTo>
                  <a:pt x="601218" y="4064635"/>
                </a:lnTo>
                <a:cubicBezTo>
                  <a:pt x="269113" y="4064635"/>
                  <a:pt x="0" y="3795522"/>
                  <a:pt x="0" y="346341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094FB83-BD8D-47BE-B14F-87E54AD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301" y="2731046"/>
            <a:ext cx="2705310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1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Văn bản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C1415C4-F5E0-45D4-B871-CD19FF23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6867" y="3806495"/>
            <a:ext cx="732854" cy="774001"/>
          </a:xfrm>
          <a:custGeom xmlns:a="http://schemas.openxmlformats.org/drawingml/2006/main">
            <a:rect l="l" t="t" r="r" b="b"/>
            <a:pathLst>
              <a:path w="977138" h="1032002">
                <a:moveTo>
                  <a:pt x="0" y="258064"/>
                </a:moveTo>
                <a:lnTo>
                  <a:pt x="488569" y="258064"/>
                </a:lnTo>
                <a:lnTo>
                  <a:pt x="488569" y="0"/>
                </a:lnTo>
                <a:lnTo>
                  <a:pt x="977138" y="516001"/>
                </a:lnTo>
                <a:lnTo>
                  <a:pt x="488569" y="1032002"/>
                </a:lnTo>
                <a:lnTo>
                  <a:pt x="48856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F5C75BD-2421-4738-A4A7-F541371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8252" y="2731046"/>
            <a:ext cx="2842545" cy="3048476"/>
          </a:xfrm>
          <a:custGeom xmlns:a="http://schemas.openxmlformats.org/drawingml/2006/main">
            <a:rect l="l" t="t" r="r" b="b"/>
            <a:pathLst>
              <a:path w="3790061" h="4064635">
                <a:moveTo>
                  <a:pt x="0" y="631698"/>
                </a:moveTo>
                <a:cubicBezTo>
                  <a:pt x="0" y="282829"/>
                  <a:pt x="282829" y="0"/>
                  <a:pt x="631698" y="0"/>
                </a:cubicBezTo>
                <a:lnTo>
                  <a:pt x="3158363" y="0"/>
                </a:lnTo>
                <a:cubicBezTo>
                  <a:pt x="3507232" y="0"/>
                  <a:pt x="3790061" y="282829"/>
                  <a:pt x="3790061" y="631698"/>
                </a:cubicBezTo>
                <a:lnTo>
                  <a:pt x="3790061" y="3432937"/>
                </a:lnTo>
                <a:cubicBezTo>
                  <a:pt x="3790061" y="3781806"/>
                  <a:pt x="3507232" y="4064635"/>
                  <a:pt x="3158363" y="4064635"/>
                </a:cubicBezTo>
                <a:lnTo>
                  <a:pt x="631698" y="4064635"/>
                </a:lnTo>
                <a:cubicBezTo>
                  <a:pt x="282829" y="4064635"/>
                  <a:pt x="0" y="3781806"/>
                  <a:pt x="0" y="343293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63FC8C-7714-4793-BA81-8391777F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8252" y="2731046"/>
            <a:ext cx="2842574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2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Ollama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nomic-embed-text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482CD32-2CEC-4D1C-9E01-E1C2FE9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3083" y="3806495"/>
            <a:ext cx="732854" cy="774001"/>
          </a:xfrm>
          <a:custGeom xmlns:a="http://schemas.openxmlformats.org/drawingml/2006/main">
            <a:rect l="l" t="t" r="r" b="b"/>
            <a:pathLst>
              <a:path w="977138" h="1032002">
                <a:moveTo>
                  <a:pt x="0" y="258064"/>
                </a:moveTo>
                <a:lnTo>
                  <a:pt x="488569" y="258064"/>
                </a:lnTo>
                <a:lnTo>
                  <a:pt x="488569" y="0"/>
                </a:lnTo>
                <a:lnTo>
                  <a:pt x="977138" y="516001"/>
                </a:lnTo>
                <a:lnTo>
                  <a:pt x="488569" y="1032002"/>
                </a:lnTo>
                <a:lnTo>
                  <a:pt x="48856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A5EF320-BD58-4C0B-A493-2C21A48F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4468" y="2731046"/>
            <a:ext cx="2705291" cy="3048476"/>
          </a:xfrm>
          <a:custGeom xmlns:a="http://schemas.openxmlformats.org/drawingml/2006/main">
            <a:rect l="l" t="t" r="r" b="b"/>
            <a:pathLst>
              <a:path w="3607054" h="4064635">
                <a:moveTo>
                  <a:pt x="0" y="601218"/>
                </a:moveTo>
                <a:cubicBezTo>
                  <a:pt x="0" y="269113"/>
                  <a:pt x="269113" y="0"/>
                  <a:pt x="601218" y="0"/>
                </a:cubicBezTo>
                <a:lnTo>
                  <a:pt x="3005836" y="0"/>
                </a:lnTo>
                <a:cubicBezTo>
                  <a:pt x="3337814" y="0"/>
                  <a:pt x="3607054" y="269113"/>
                  <a:pt x="3607054" y="601218"/>
                </a:cubicBezTo>
                <a:lnTo>
                  <a:pt x="3607054" y="3463417"/>
                </a:lnTo>
                <a:cubicBezTo>
                  <a:pt x="3607054" y="3795395"/>
                  <a:pt x="3337941" y="4064635"/>
                  <a:pt x="3005836" y="4064635"/>
                </a:cubicBezTo>
                <a:lnTo>
                  <a:pt x="601218" y="4064635"/>
                </a:lnTo>
                <a:cubicBezTo>
                  <a:pt x="269113" y="4064635"/>
                  <a:pt x="0" y="3795522"/>
                  <a:pt x="0" y="346341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A138994-B241-407F-B201-40487BF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4468" y="2731046"/>
            <a:ext cx="2705310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3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Embedding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vector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B2A4CA8-24C9-422E-AC1E-C1D77448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2034" y="3806495"/>
            <a:ext cx="732854" cy="774001"/>
          </a:xfrm>
          <a:custGeom xmlns:a="http://schemas.openxmlformats.org/drawingml/2006/main">
            <a:rect l="l" t="t" r="r" b="b"/>
            <a:pathLst>
              <a:path w="977138" h="1032002">
                <a:moveTo>
                  <a:pt x="0" y="258064"/>
                </a:moveTo>
                <a:lnTo>
                  <a:pt x="488569" y="258064"/>
                </a:lnTo>
                <a:lnTo>
                  <a:pt x="488569" y="0"/>
                </a:lnTo>
                <a:lnTo>
                  <a:pt x="977138" y="516001"/>
                </a:lnTo>
                <a:lnTo>
                  <a:pt x="488569" y="1032002"/>
                </a:lnTo>
                <a:lnTo>
                  <a:pt x="48856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313B2C8-BDD5-4607-B736-5AF31C3A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3418" y="2731046"/>
            <a:ext cx="2705291" cy="3048476"/>
          </a:xfrm>
          <a:custGeom xmlns:a="http://schemas.openxmlformats.org/drawingml/2006/main">
            <a:rect l="l" t="t" r="r" b="b"/>
            <a:pathLst>
              <a:path w="3607054" h="4064635">
                <a:moveTo>
                  <a:pt x="0" y="601218"/>
                </a:moveTo>
                <a:cubicBezTo>
                  <a:pt x="0" y="269113"/>
                  <a:pt x="269113" y="0"/>
                  <a:pt x="601218" y="0"/>
                </a:cubicBezTo>
                <a:lnTo>
                  <a:pt x="3005836" y="0"/>
                </a:lnTo>
                <a:cubicBezTo>
                  <a:pt x="3337814" y="0"/>
                  <a:pt x="3607054" y="269113"/>
                  <a:pt x="3607054" y="601218"/>
                </a:cubicBezTo>
                <a:lnTo>
                  <a:pt x="3607054" y="3463417"/>
                </a:lnTo>
                <a:cubicBezTo>
                  <a:pt x="3607054" y="3795395"/>
                  <a:pt x="3337941" y="4064635"/>
                  <a:pt x="3005836" y="4064635"/>
                </a:cubicBezTo>
                <a:lnTo>
                  <a:pt x="601218" y="4064635"/>
                </a:lnTo>
                <a:cubicBezTo>
                  <a:pt x="269113" y="4064635"/>
                  <a:pt x="0" y="3795522"/>
                  <a:pt x="0" y="346341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98D570C-628B-4626-A011-6759CEA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3418" y="2731046"/>
            <a:ext cx="2705310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4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SQLite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text + vector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E424CB0-7F5C-4DD8-9080-C80C9005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30985" y="3806495"/>
            <a:ext cx="732854" cy="774001"/>
          </a:xfrm>
          <a:custGeom xmlns:a="http://schemas.openxmlformats.org/drawingml/2006/main">
            <a:rect l="l" t="t" r="r" b="b"/>
            <a:pathLst>
              <a:path w="977138" h="1032002">
                <a:moveTo>
                  <a:pt x="0" y="258064"/>
                </a:moveTo>
                <a:lnTo>
                  <a:pt x="488569" y="258064"/>
                </a:lnTo>
                <a:lnTo>
                  <a:pt x="488569" y="0"/>
                </a:lnTo>
                <a:lnTo>
                  <a:pt x="977138" y="516001"/>
                </a:lnTo>
                <a:lnTo>
                  <a:pt x="488569" y="1032002"/>
                </a:lnTo>
                <a:lnTo>
                  <a:pt x="48856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2452403-AA11-4A0C-86A5-E48C062C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22369" y="2731046"/>
            <a:ext cx="2293524" cy="3048476"/>
          </a:xfrm>
          <a:custGeom xmlns:a="http://schemas.openxmlformats.org/drawingml/2006/main">
            <a:rect l="l" t="t" r="r" b="b"/>
            <a:pathLst>
              <a:path w="3058033" h="4064635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2548382" y="0"/>
                </a:lnTo>
                <a:cubicBezTo>
                  <a:pt x="2829814" y="0"/>
                  <a:pt x="3058033" y="228219"/>
                  <a:pt x="3058033" y="509651"/>
                </a:cubicBezTo>
                <a:lnTo>
                  <a:pt x="3058033" y="3554984"/>
                </a:lnTo>
                <a:cubicBezTo>
                  <a:pt x="3058033" y="3836416"/>
                  <a:pt x="2829814" y="4064635"/>
                  <a:pt x="2548382" y="4064635"/>
                </a:cubicBezTo>
                <a:lnTo>
                  <a:pt x="509651" y="4064635"/>
                </a:lnTo>
                <a:cubicBezTo>
                  <a:pt x="228219" y="4064635"/>
                  <a:pt x="0" y="3836416"/>
                  <a:pt x="0" y="3554984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3C3003E-3CC1-4035-B859-8F8BB31B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22369" y="2731046"/>
            <a:ext cx="2293506" cy="30484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5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Cosine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similarity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94C0F792-6EA5-4111-89B4-CE9E24DC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382" y="6850971"/>
            <a:ext cx="7162704" cy="1191576"/>
          </a:xfrm>
          <a:custGeom xmlns:a="http://schemas.openxmlformats.org/drawingml/2006/main">
            <a:rect l="l" t="t" r="r" b="b"/>
            <a:pathLst>
              <a:path w="9550273" h="1588770">
                <a:moveTo>
                  <a:pt x="0" y="264795"/>
                </a:moveTo>
                <a:cubicBezTo>
                  <a:pt x="0" y="118491"/>
                  <a:pt x="118491" y="0"/>
                  <a:pt x="264795" y="0"/>
                </a:cubicBezTo>
                <a:lnTo>
                  <a:pt x="9285478" y="0"/>
                </a:lnTo>
                <a:cubicBezTo>
                  <a:pt x="9431782" y="0"/>
                  <a:pt x="9550273" y="118491"/>
                  <a:pt x="9550273" y="264795"/>
                </a:cubicBezTo>
                <a:lnTo>
                  <a:pt x="9550273" y="1323975"/>
                </a:lnTo>
                <a:cubicBezTo>
                  <a:pt x="9550273" y="1470279"/>
                  <a:pt x="9431782" y="1588770"/>
                  <a:pt x="9285478" y="1588770"/>
                </a:cubicBezTo>
                <a:lnTo>
                  <a:pt x="264795" y="1588770"/>
                </a:lnTo>
                <a:cubicBezTo>
                  <a:pt x="118491" y="1588770"/>
                  <a:pt x="0" y="1470152"/>
                  <a:pt x="0" y="1323975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33D6A6"/>
            </a:solidFill>
            <a:prstDash val="solid"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43013C9-C353-4570-B523-F7779561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382" y="6850971"/>
            <a:ext cx="7162676" cy="1191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782"/>
              </a:lnSpc>
              <a:buNone/>
            </a:pPr>
            <a:r>
              <a:rPr sz="31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Production: OllamaEmbedder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2DF9179-EAB9-448A-8C60-8C6C3542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6314" y="6507804"/>
            <a:ext cx="7505890" cy="1877853"/>
          </a:xfrm>
          <a:custGeom xmlns:a="http://schemas.openxmlformats.org/drawingml/2006/main">
            <a:rect l="l" t="t" r="r" b="b"/>
            <a:pathLst>
              <a:path w="10007854" h="2503805">
                <a:moveTo>
                  <a:pt x="0" y="417322"/>
                </a:moveTo>
                <a:cubicBezTo>
                  <a:pt x="0" y="186817"/>
                  <a:pt x="186817" y="0"/>
                  <a:pt x="417322" y="0"/>
                </a:cubicBezTo>
                <a:lnTo>
                  <a:pt x="9590532" y="0"/>
                </a:lnTo>
                <a:cubicBezTo>
                  <a:pt x="9821037" y="0"/>
                  <a:pt x="10007854" y="186817"/>
                  <a:pt x="10007854" y="417322"/>
                </a:cubicBezTo>
                <a:lnTo>
                  <a:pt x="10007854" y="2086483"/>
                </a:lnTo>
                <a:cubicBezTo>
                  <a:pt x="10007854" y="2316988"/>
                  <a:pt x="9821037" y="2503805"/>
                  <a:pt x="9590532" y="2503805"/>
                </a:cubicBezTo>
                <a:lnTo>
                  <a:pt x="417322" y="2503805"/>
                </a:lnTo>
                <a:cubicBezTo>
                  <a:pt x="186817" y="2503805"/>
                  <a:pt x="0" y="2316988"/>
                  <a:pt x="0" y="208648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4784">
            <a:solidFill>
              <a:srgbClr val="F5B942"/>
            </a:solidFill>
            <a:prstDash val="solid"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2242E2D-AD62-4D34-8551-733B0BAF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6314" y="6507804"/>
            <a:ext cx="7505852" cy="1877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Offline test: HashEmbedder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Không tự fallback trong production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6D1C5739-CE75-49C3-AA6A-59DD6A4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B · Tools / Data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FA95007-2DA7-422C-B003-E2FFEBA0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587402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B2211D0-3308-4F8E-8483-48E40A5D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014659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Harness biến một lần chạy thành evidence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FA79FF3-164E-4753-97CB-AC5A08B6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891" y="2800636"/>
            <a:ext cx="2566130" cy="2017014"/>
          </a:xfrm>
          <a:custGeom xmlns:a="http://schemas.openxmlformats.org/drawingml/2006/main">
            <a:rect l="l" t="t" r="r" b="b"/>
            <a:pathLst>
              <a:path w="342150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2973324" y="0"/>
                </a:lnTo>
                <a:cubicBezTo>
                  <a:pt x="3220847" y="0"/>
                  <a:pt x="3421507" y="200660"/>
                  <a:pt x="3421507" y="448183"/>
                </a:cubicBezTo>
                <a:lnTo>
                  <a:pt x="3421507" y="2241169"/>
                </a:lnTo>
                <a:cubicBezTo>
                  <a:pt x="3421507" y="2488692"/>
                  <a:pt x="3220847" y="2689352"/>
                  <a:pt x="297332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7FAA4D4-AA52-49EE-B578-4C43EDBB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891" y="2800636"/>
            <a:ext cx="2566130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SETUP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Dọn artifact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3007C34-BEAF-44B2-B4F3-0C649EF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240" y="3422152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258064"/>
                </a:moveTo>
                <a:lnTo>
                  <a:pt x="516001" y="258064"/>
                </a:lnTo>
                <a:lnTo>
                  <a:pt x="516001" y="0"/>
                </a:lnTo>
                <a:lnTo>
                  <a:pt x="1032002" y="516001"/>
                </a:lnTo>
                <a:lnTo>
                  <a:pt x="516001" y="1032002"/>
                </a:lnTo>
                <a:lnTo>
                  <a:pt x="516001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6C54E20-7BC3-42B5-BDC2-7CF08B5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1753" y="2800636"/>
            <a:ext cx="2566130" cy="2017014"/>
          </a:xfrm>
          <a:custGeom xmlns:a="http://schemas.openxmlformats.org/drawingml/2006/main">
            <a:rect l="l" t="t" r="r" b="b"/>
            <a:pathLst>
              <a:path w="342150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2973324" y="0"/>
                </a:lnTo>
                <a:cubicBezTo>
                  <a:pt x="3220847" y="0"/>
                  <a:pt x="3421507" y="200660"/>
                  <a:pt x="3421507" y="448183"/>
                </a:cubicBezTo>
                <a:lnTo>
                  <a:pt x="3421507" y="2241169"/>
                </a:lnTo>
                <a:cubicBezTo>
                  <a:pt x="3421507" y="2488692"/>
                  <a:pt x="3220847" y="2689352"/>
                  <a:pt x="297332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3D6A6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EA452CA-5D0E-4F98-9E94-2B18FAC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1753" y="2800636"/>
            <a:ext cx="2566130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RUN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AgentLoop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CC711D2-3243-4506-B51C-D798261C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1093" y="3422152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258064"/>
                </a:moveTo>
                <a:lnTo>
                  <a:pt x="516001" y="258064"/>
                </a:lnTo>
                <a:lnTo>
                  <a:pt x="516001" y="0"/>
                </a:lnTo>
                <a:lnTo>
                  <a:pt x="1032002" y="516001"/>
                </a:lnTo>
                <a:lnTo>
                  <a:pt x="516001" y="1032002"/>
                </a:lnTo>
                <a:lnTo>
                  <a:pt x="516001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3A5DB67-BCFC-406C-AAE5-17ABF9A1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4616" y="2800636"/>
            <a:ext cx="2566130" cy="2017014"/>
          </a:xfrm>
          <a:custGeom xmlns:a="http://schemas.openxmlformats.org/drawingml/2006/main">
            <a:rect l="l" t="t" r="r" b="b"/>
            <a:pathLst>
              <a:path w="342150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2973324" y="0"/>
                </a:lnTo>
                <a:cubicBezTo>
                  <a:pt x="3220847" y="0"/>
                  <a:pt x="3421507" y="200660"/>
                  <a:pt x="3421507" y="448183"/>
                </a:cubicBezTo>
                <a:lnTo>
                  <a:pt x="3421507" y="2241169"/>
                </a:lnTo>
                <a:cubicBezTo>
                  <a:pt x="3421507" y="2488692"/>
                  <a:pt x="3220847" y="2689352"/>
                  <a:pt x="297332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F5B942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879F68-8CEE-490F-9CD6-98955B0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4616" y="2800636"/>
            <a:ext cx="2566130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EVALUATE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Hậu điều kiện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3C582F8-E4B8-4A0D-98AB-7424525C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3955" y="3422152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258064"/>
                </a:moveTo>
                <a:lnTo>
                  <a:pt x="516001" y="258064"/>
                </a:lnTo>
                <a:lnTo>
                  <a:pt x="516001" y="0"/>
                </a:lnTo>
                <a:lnTo>
                  <a:pt x="1032002" y="516001"/>
                </a:lnTo>
                <a:lnTo>
                  <a:pt x="516001" y="1032002"/>
                </a:lnTo>
                <a:lnTo>
                  <a:pt x="516001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F5B942"/>
          </a:soli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4CEAF59E-4D0D-4B59-9FD5-C8E7F38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7479" y="2800636"/>
            <a:ext cx="2566130" cy="2017014"/>
          </a:xfrm>
          <a:custGeom xmlns:a="http://schemas.openxmlformats.org/drawingml/2006/main">
            <a:rect l="l" t="t" r="r" b="b"/>
            <a:pathLst>
              <a:path w="342150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2973324" y="0"/>
                </a:lnTo>
                <a:cubicBezTo>
                  <a:pt x="3220847" y="0"/>
                  <a:pt x="3421507" y="200660"/>
                  <a:pt x="3421507" y="448183"/>
                </a:cubicBezTo>
                <a:lnTo>
                  <a:pt x="3421507" y="2241169"/>
                </a:lnTo>
                <a:cubicBezTo>
                  <a:pt x="3421507" y="2488692"/>
                  <a:pt x="3220847" y="2689352"/>
                  <a:pt x="297332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5C2FF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8A3D39-4929-491C-B439-F8DE77B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7479" y="2800636"/>
            <a:ext cx="2566130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RECORD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Trajectory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1688CC2-4DDD-49C1-87EE-023AD276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6818" y="3422152"/>
            <a:ext cx="774001" cy="774001"/>
          </a:xfrm>
          <a:custGeom xmlns:a="http://schemas.openxmlformats.org/drawingml/2006/main">
            <a:rect l="l" t="t" r="r" b="b"/>
            <a:pathLst>
              <a:path w="1032002" h="1032002">
                <a:moveTo>
                  <a:pt x="0" y="258064"/>
                </a:moveTo>
                <a:lnTo>
                  <a:pt x="516001" y="258064"/>
                </a:lnTo>
                <a:lnTo>
                  <a:pt x="516001" y="0"/>
                </a:lnTo>
                <a:lnTo>
                  <a:pt x="1032002" y="516001"/>
                </a:lnTo>
                <a:lnTo>
                  <a:pt x="516001" y="1032002"/>
                </a:lnTo>
                <a:lnTo>
                  <a:pt x="516001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015DCF7-D13F-4033-876D-4152F711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70332" y="2800636"/>
            <a:ext cx="2634710" cy="2017014"/>
          </a:xfrm>
          <a:custGeom xmlns:a="http://schemas.openxmlformats.org/drawingml/2006/main">
            <a:rect l="l" t="t" r="r" b="b"/>
            <a:pathLst>
              <a:path w="3512947" h="2689352">
                <a:moveTo>
                  <a:pt x="0" y="448183"/>
                </a:moveTo>
                <a:cubicBezTo>
                  <a:pt x="0" y="200660"/>
                  <a:pt x="200660" y="0"/>
                  <a:pt x="448183" y="0"/>
                </a:cubicBezTo>
                <a:lnTo>
                  <a:pt x="3064764" y="0"/>
                </a:lnTo>
                <a:cubicBezTo>
                  <a:pt x="3312287" y="0"/>
                  <a:pt x="3512947" y="200660"/>
                  <a:pt x="3512947" y="448183"/>
                </a:cubicBezTo>
                <a:lnTo>
                  <a:pt x="3512947" y="2241169"/>
                </a:lnTo>
                <a:cubicBezTo>
                  <a:pt x="3512947" y="2488692"/>
                  <a:pt x="3312287" y="2689352"/>
                  <a:pt x="3064764" y="2689352"/>
                </a:cubicBezTo>
                <a:lnTo>
                  <a:pt x="448183" y="2689352"/>
                </a:lnTo>
                <a:cubicBezTo>
                  <a:pt x="200660" y="2689479"/>
                  <a:pt x="0" y="2488692"/>
                  <a:pt x="0" y="22411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3D6A6"/>
            </a:solidFill>
            <a:prstDash val="solid"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E3EADD4-5711-45B3-8D39-B6CABCD1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70332" y="2800636"/>
            <a:ext cx="2634767" cy="2017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CLEANUP</a:t>
            </a:r>
          </a:p>
          <a:p xmlns:a="http://schemas.openxmlformats.org/drawingml/2006/main">
            <a:pPr algn="ctr">
              <a:lnSpc>
                <a:spcPts val="3062"/>
              </a:lnSpc>
              <a:buNone/>
            </a:pPr>
            <a:r>
              <a:rPr sz="2551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Kết thúc sạch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5AA8666-AAA1-4303-B05E-B3E2EB6B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3861" y="6232312"/>
            <a:ext cx="4419314" cy="1467993"/>
          </a:xfrm>
          <a:custGeom xmlns:a="http://schemas.openxmlformats.org/drawingml/2006/main">
            <a:rect l="l" t="t" r="r" b="b"/>
            <a:pathLst>
              <a:path w="5892419" h="1957324">
                <a:moveTo>
                  <a:pt x="0" y="326263"/>
                </a:moveTo>
                <a:cubicBezTo>
                  <a:pt x="0" y="146050"/>
                  <a:pt x="146050" y="0"/>
                  <a:pt x="326263" y="0"/>
                </a:cubicBezTo>
                <a:lnTo>
                  <a:pt x="5566156" y="0"/>
                </a:lnTo>
                <a:cubicBezTo>
                  <a:pt x="5746369" y="0"/>
                  <a:pt x="5892419" y="146050"/>
                  <a:pt x="5892419" y="326263"/>
                </a:cubicBezTo>
                <a:lnTo>
                  <a:pt x="5892419" y="1631061"/>
                </a:lnTo>
                <a:cubicBezTo>
                  <a:pt x="5892419" y="1811274"/>
                  <a:pt x="5746369" y="1957324"/>
                  <a:pt x="5566156" y="1957324"/>
                </a:cubicBezTo>
                <a:lnTo>
                  <a:pt x="326263" y="1957324"/>
                </a:lnTo>
                <a:cubicBezTo>
                  <a:pt x="146050" y="1957324"/>
                  <a:pt x="0" y="1811274"/>
                  <a:pt x="0" y="163106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5C2FF"/>
            </a:solidFill>
            <a:prstDash val="solid"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D8ED033-46BA-49B5-94C8-78CD060D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3861" y="6232312"/>
            <a:ext cx="4419238" cy="1467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4 SIMPLE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AF83767-F860-451A-A4F7-B6339576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18646" y="6232312"/>
            <a:ext cx="4419314" cy="1467993"/>
          </a:xfrm>
          <a:custGeom xmlns:a="http://schemas.openxmlformats.org/drawingml/2006/main">
            <a:rect l="l" t="t" r="r" b="b"/>
            <a:pathLst>
              <a:path w="5892419" h="1957324">
                <a:moveTo>
                  <a:pt x="0" y="326263"/>
                </a:moveTo>
                <a:cubicBezTo>
                  <a:pt x="0" y="146050"/>
                  <a:pt x="146050" y="0"/>
                  <a:pt x="326263" y="0"/>
                </a:cubicBezTo>
                <a:lnTo>
                  <a:pt x="5566156" y="0"/>
                </a:lnTo>
                <a:cubicBezTo>
                  <a:pt x="5746369" y="0"/>
                  <a:pt x="5892419" y="146050"/>
                  <a:pt x="5892419" y="326263"/>
                </a:cubicBezTo>
                <a:lnTo>
                  <a:pt x="5892419" y="1631061"/>
                </a:lnTo>
                <a:cubicBezTo>
                  <a:pt x="5892419" y="1811274"/>
                  <a:pt x="5746369" y="1957324"/>
                  <a:pt x="5566156" y="1957324"/>
                </a:cubicBezTo>
                <a:lnTo>
                  <a:pt x="326263" y="1957324"/>
                </a:lnTo>
                <a:cubicBezTo>
                  <a:pt x="146050" y="1957324"/>
                  <a:pt x="0" y="1811274"/>
                  <a:pt x="0" y="163106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3D6A6"/>
            </a:solidFill>
            <a:prstDash val="solid"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CC20932-FDCA-43BC-950A-8C009178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18646" y="6232312"/>
            <a:ext cx="4419238" cy="1467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4 MEDIUM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762E160E-BF67-40D4-9FCC-E087B2D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3440" y="6232312"/>
            <a:ext cx="4419314" cy="1467993"/>
          </a:xfrm>
          <a:custGeom xmlns:a="http://schemas.openxmlformats.org/drawingml/2006/main">
            <a:rect l="l" t="t" r="r" b="b"/>
            <a:pathLst>
              <a:path w="5892419" h="1957324">
                <a:moveTo>
                  <a:pt x="0" y="326263"/>
                </a:moveTo>
                <a:cubicBezTo>
                  <a:pt x="0" y="146050"/>
                  <a:pt x="146050" y="0"/>
                  <a:pt x="326263" y="0"/>
                </a:cubicBezTo>
                <a:lnTo>
                  <a:pt x="5566156" y="0"/>
                </a:lnTo>
                <a:cubicBezTo>
                  <a:pt x="5746369" y="0"/>
                  <a:pt x="5892419" y="146050"/>
                  <a:pt x="5892419" y="326263"/>
                </a:cubicBezTo>
                <a:lnTo>
                  <a:pt x="5892419" y="1631061"/>
                </a:lnTo>
                <a:cubicBezTo>
                  <a:pt x="5892419" y="1811274"/>
                  <a:pt x="5746369" y="1957324"/>
                  <a:pt x="5566156" y="1957324"/>
                </a:cubicBezTo>
                <a:lnTo>
                  <a:pt x="326263" y="1957324"/>
                </a:lnTo>
                <a:cubicBezTo>
                  <a:pt x="146050" y="1957324"/>
                  <a:pt x="0" y="1811274"/>
                  <a:pt x="0" y="163106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F5B942"/>
            </a:solidFill>
            <a:prstDash val="solid"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81FBDF0A-D3AD-42B4-8BC2-EB8811FC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3440" y="6232312"/>
            <a:ext cx="4419238" cy="1467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2 HARD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EED07F2C-F073-4FBE-80C1-7E3D445F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420" y="8213122"/>
            <a:ext cx="12445708" cy="485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A9B5C7"/>
                </a:solidFill>
                <a:latin typeface="Aptos"/>
                <a:ea typeface="Aptos"/>
                <a:cs typeface="Aptos"/>
              </a:rPr>
              <a:t>Success rate đo model thật — không phải unit-test score.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5EE7B6-D9E4-419D-9AA4-FA08968F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2792F12-42F0-48BA-B002-8BB0266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356159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90B7882-F459-4825-BDA9-1A2F4E33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6289188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44"/>
              </a:lnSpc>
              <a:buNone/>
            </a:pPr>
            <a:r>
              <a:rPr sz="495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Trajectory giải thích vì sao task PASS hoặc FAIL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0498E05-15DC-45CB-876E-96810546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2113337"/>
            <a:ext cx="4901565" cy="6274305"/>
          </a:xfrm>
          <a:custGeom xmlns:a="http://schemas.openxmlformats.org/drawingml/2006/main">
            <a:rect l="l" t="t" r="r" b="b"/>
            <a:pathLst>
              <a:path w="6535420" h="8365740">
                <a:moveTo>
                  <a:pt x="0" y="1089278"/>
                </a:moveTo>
                <a:cubicBezTo>
                  <a:pt x="0" y="487680"/>
                  <a:pt x="487680" y="0"/>
                  <a:pt x="1089279" y="0"/>
                </a:cubicBezTo>
                <a:lnTo>
                  <a:pt x="5446141" y="0"/>
                </a:lnTo>
                <a:cubicBezTo>
                  <a:pt x="6047740" y="0"/>
                  <a:pt x="6535420" y="487680"/>
                  <a:pt x="6535420" y="1089278"/>
                </a:cubicBezTo>
                <a:lnTo>
                  <a:pt x="6535420" y="7276461"/>
                </a:lnTo>
                <a:cubicBezTo>
                  <a:pt x="6535420" y="7878059"/>
                  <a:pt x="6047740" y="8365740"/>
                  <a:pt x="5446141" y="8365740"/>
                </a:cubicBezTo>
                <a:lnTo>
                  <a:pt x="1089279" y="8365740"/>
                </a:lnTo>
                <a:cubicBezTo>
                  <a:pt x="487680" y="8365613"/>
                  <a:pt x="0" y="7877932"/>
                  <a:pt x="0" y="7276461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99763B9-2D20-4767-9072-09F6A58B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2113337"/>
            <a:ext cx="4901584" cy="62742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EVALUATOR STRATEGY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KeywordEvaluator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Nội dung có từ khóa đúng?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FunctionalEvaluator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File và hậu điều kiện có thật?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A09B100-59C9-4AFF-91BD-BE08B8E4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6122" y="4451652"/>
            <a:ext cx="1185862" cy="842676"/>
          </a:xfrm>
          <a:custGeom xmlns:a="http://schemas.openxmlformats.org/drawingml/2006/main">
            <a:rect l="l" t="t" r="r" b="b"/>
            <a:pathLst>
              <a:path w="1581150" h="1123569">
                <a:moveTo>
                  <a:pt x="0" y="280924"/>
                </a:moveTo>
                <a:lnTo>
                  <a:pt x="1019302" y="280924"/>
                </a:lnTo>
                <a:lnTo>
                  <a:pt x="1019302" y="0"/>
                </a:lnTo>
                <a:lnTo>
                  <a:pt x="1581150" y="561721"/>
                </a:lnTo>
                <a:lnTo>
                  <a:pt x="1019302" y="1123569"/>
                </a:lnTo>
                <a:lnTo>
                  <a:pt x="1019302" y="842645"/>
                </a:lnTo>
                <a:lnTo>
                  <a:pt x="0" y="84264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39756ED-2E1A-441F-B2BD-88D6D34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1301" y="2113340"/>
            <a:ext cx="9500044" cy="6274304"/>
          </a:xfrm>
          <a:custGeom xmlns:a="http://schemas.openxmlformats.org/drawingml/2006/main">
            <a:rect l="l" t="t" r="r" b="b"/>
            <a:pathLst>
              <a:path w="12666726" h="8365739">
                <a:moveTo>
                  <a:pt x="0" y="1394332"/>
                </a:moveTo>
                <a:cubicBezTo>
                  <a:pt x="0" y="624205"/>
                  <a:pt x="624205" y="0"/>
                  <a:pt x="1394333" y="0"/>
                </a:cubicBezTo>
                <a:lnTo>
                  <a:pt x="11272393" y="0"/>
                </a:lnTo>
                <a:cubicBezTo>
                  <a:pt x="12042394" y="0"/>
                  <a:pt x="12666726" y="624205"/>
                  <a:pt x="12666726" y="1394332"/>
                </a:cubicBezTo>
                <a:lnTo>
                  <a:pt x="12666726" y="6971407"/>
                </a:lnTo>
                <a:cubicBezTo>
                  <a:pt x="12666726" y="7741407"/>
                  <a:pt x="12042521" y="8365739"/>
                  <a:pt x="11272393" y="8365739"/>
                </a:cubicBezTo>
                <a:lnTo>
                  <a:pt x="1394333" y="8365739"/>
                </a:lnTo>
                <a:cubicBezTo>
                  <a:pt x="624205" y="8365613"/>
                  <a:pt x="0" y="7741407"/>
                  <a:pt x="0" y="69714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C0151C-52CF-470A-8CB8-70FC0FD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1301" y="2113340"/>
            <a:ext cx="9500035" cy="62742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TRAJECTORY JSON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action và tool name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arguments và result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success và latency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token usage khi provider cung cấp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✓ final answer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Final answer được ghi lại nhưng không tính là tool step.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9218EA-D64D-41D6-8CDE-7C517813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B7ABCB1-5C03-47C4-ABCD-F65AF6C5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18527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4FDE3DC-4314-43E9-B6E1-EE15312C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75" y="653901"/>
            <a:ext cx="14367443" cy="947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24"/>
              </a:lnSpc>
              <a:buNone/>
            </a:pPr>
            <a:r>
              <a:rPr sz="5103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Hai worker phối hợp qua message queue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D33C515-8973-4DA0-8B54-D251F57A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3074213"/>
            <a:ext cx="3254406" cy="2773965"/>
          </a:xfrm>
          <a:custGeom xmlns:a="http://schemas.openxmlformats.org/drawingml/2006/main">
            <a:rect l="l" t="t" r="r" b="b"/>
            <a:pathLst>
              <a:path w="4339209" h="3698621">
                <a:moveTo>
                  <a:pt x="0" y="616458"/>
                </a:moveTo>
                <a:cubicBezTo>
                  <a:pt x="0" y="275971"/>
                  <a:pt x="275971" y="0"/>
                  <a:pt x="616458" y="0"/>
                </a:cubicBezTo>
                <a:lnTo>
                  <a:pt x="3722751" y="0"/>
                </a:lnTo>
                <a:cubicBezTo>
                  <a:pt x="4063238" y="0"/>
                  <a:pt x="4339209" y="275971"/>
                  <a:pt x="4339209" y="616458"/>
                </a:cubicBezTo>
                <a:lnTo>
                  <a:pt x="4339209" y="3082163"/>
                </a:lnTo>
                <a:cubicBezTo>
                  <a:pt x="4339209" y="3422650"/>
                  <a:pt x="4063238" y="3698621"/>
                  <a:pt x="3722751" y="3698621"/>
                </a:cubicBezTo>
                <a:lnTo>
                  <a:pt x="616458" y="3698621"/>
                </a:lnTo>
                <a:cubicBezTo>
                  <a:pt x="275971" y="3698621"/>
                  <a:pt x="0" y="3422650"/>
                  <a:pt x="0" y="3082163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E23F76B-4D47-41E8-A15E-8F24C701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203" y="3074213"/>
            <a:ext cx="3254378" cy="27739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HarnessRunner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Chia task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Tổng hợp report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3BF0FD-2DC8-4C61-936F-8FB85E4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652" y="4039848"/>
            <a:ext cx="1254442" cy="774001"/>
          </a:xfrm>
          <a:custGeom xmlns:a="http://schemas.openxmlformats.org/drawingml/2006/main">
            <a:rect l="l" t="t" r="r" b="b"/>
            <a:pathLst>
              <a:path w="1672590" h="1032002">
                <a:moveTo>
                  <a:pt x="0" y="258064"/>
                </a:moveTo>
                <a:lnTo>
                  <a:pt x="1156589" y="258064"/>
                </a:lnTo>
                <a:lnTo>
                  <a:pt x="1156589" y="0"/>
                </a:lnTo>
                <a:lnTo>
                  <a:pt x="1672590" y="516001"/>
                </a:lnTo>
                <a:lnTo>
                  <a:pt x="1156589" y="1032002"/>
                </a:lnTo>
                <a:lnTo>
                  <a:pt x="1156589" y="774065"/>
                </a:lnTo>
                <a:lnTo>
                  <a:pt x="0" y="774065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42E271C-E232-4524-AC91-ABAD45F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8193" y="2525144"/>
            <a:ext cx="4352448" cy="3872007"/>
          </a:xfrm>
          <a:custGeom xmlns:a="http://schemas.openxmlformats.org/drawingml/2006/main">
            <a:rect l="l" t="t" r="r" b="b"/>
            <a:pathLst>
              <a:path w="5803265" h="5162677">
                <a:moveTo>
                  <a:pt x="0" y="860425"/>
                </a:moveTo>
                <a:cubicBezTo>
                  <a:pt x="0" y="385191"/>
                  <a:pt x="385191" y="0"/>
                  <a:pt x="860425" y="0"/>
                </a:cubicBezTo>
                <a:lnTo>
                  <a:pt x="4942840" y="0"/>
                </a:lnTo>
                <a:cubicBezTo>
                  <a:pt x="5418074" y="0"/>
                  <a:pt x="5803265" y="385191"/>
                  <a:pt x="5803265" y="860425"/>
                </a:cubicBezTo>
                <a:lnTo>
                  <a:pt x="5803265" y="4302252"/>
                </a:lnTo>
                <a:cubicBezTo>
                  <a:pt x="5803265" y="4777486"/>
                  <a:pt x="5418074" y="5162677"/>
                  <a:pt x="4942840" y="5162677"/>
                </a:cubicBezTo>
                <a:lnTo>
                  <a:pt x="860425" y="5162677"/>
                </a:lnTo>
                <a:cubicBezTo>
                  <a:pt x="385191" y="5162804"/>
                  <a:pt x="0" y="4777486"/>
                  <a:pt x="0" y="430225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F5B942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0A106F-5D69-40EC-BE70-EFAE10CA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8193" y="2525144"/>
            <a:ext cx="4352515" cy="38720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MultiAgentRunner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std::queue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mutex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condition_variable</a:t>
            </a:r>
          </a:p>
          <a:p xmlns:a="http://schemas.openxmlformats.org/drawingml/2006/main">
            <a:pPr algn="ctr">
              <a:lnSpc>
                <a:spcPts val="3242"/>
              </a:lnSpc>
              <a:buNone/>
            </a:pPr>
          </a:p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stop + join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178B7C6-D721-4FC9-A431-D275B1A9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2779" y="3078985"/>
            <a:ext cx="1117187" cy="705420"/>
          </a:xfrm>
          <a:custGeom xmlns:a="http://schemas.openxmlformats.org/drawingml/2006/main">
            <a:rect l="l" t="t" r="r" b="b"/>
            <a:pathLst>
              <a:path w="1489583" h="940562">
                <a:moveTo>
                  <a:pt x="0" y="235077"/>
                </a:moveTo>
                <a:lnTo>
                  <a:pt x="1019302" y="235077"/>
                </a:lnTo>
                <a:lnTo>
                  <a:pt x="1019302" y="0"/>
                </a:lnTo>
                <a:lnTo>
                  <a:pt x="1489583" y="470281"/>
                </a:lnTo>
                <a:lnTo>
                  <a:pt x="1019302" y="940562"/>
                </a:lnTo>
                <a:lnTo>
                  <a:pt x="1019302" y="705358"/>
                </a:lnTo>
                <a:lnTo>
                  <a:pt x="0" y="705358"/>
                </a:lnTo>
                <a:close/>
              </a:path>
            </a:pathLst>
          </a:custGeom>
          <a:solidFill xmlns:a="http://schemas.openxmlformats.org/drawingml/2006/main">
            <a:srgbClr val="33D6A6"/>
          </a:solidFill>
          <a:ln xmlns:a="http://schemas.openxmlformats.org/drawingml/2006/main" w="19065">
            <a:solidFill>
              <a:srgbClr val="33D6A6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B08B4DB-DC82-4292-93F6-860380CA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2779" y="5137985"/>
            <a:ext cx="1117187" cy="705420"/>
          </a:xfrm>
          <a:custGeom xmlns:a="http://schemas.openxmlformats.org/drawingml/2006/main">
            <a:rect l="l" t="t" r="r" b="b"/>
            <a:pathLst>
              <a:path w="1489583" h="940562">
                <a:moveTo>
                  <a:pt x="0" y="235077"/>
                </a:moveTo>
                <a:lnTo>
                  <a:pt x="1019302" y="235077"/>
                </a:lnTo>
                <a:lnTo>
                  <a:pt x="1019302" y="0"/>
                </a:lnTo>
                <a:lnTo>
                  <a:pt x="1489583" y="470281"/>
                </a:lnTo>
                <a:lnTo>
                  <a:pt x="1019302" y="940562"/>
                </a:lnTo>
                <a:lnTo>
                  <a:pt x="1019302" y="705358"/>
                </a:lnTo>
                <a:lnTo>
                  <a:pt x="0" y="705358"/>
                </a:lnTo>
                <a:close/>
              </a:path>
            </a:pathLst>
          </a:custGeom>
          <a:solidFill xmlns:a="http://schemas.openxmlformats.org/drawingml/2006/main">
            <a:srgbClr val="35C2FF"/>
          </a:soli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03B8465-4651-4F1F-BF37-6D0172D3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046" y="2044713"/>
            <a:ext cx="5382006" cy="2293524"/>
          </a:xfrm>
          <a:custGeom xmlns:a="http://schemas.openxmlformats.org/drawingml/2006/main">
            <a:rect l="l" t="t" r="r" b="b"/>
            <a:pathLst>
              <a:path w="7176008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6666357" y="0"/>
                </a:lnTo>
                <a:cubicBezTo>
                  <a:pt x="6947788" y="0"/>
                  <a:pt x="7176008" y="228219"/>
                  <a:pt x="7176008" y="509651"/>
                </a:cubicBezTo>
                <a:lnTo>
                  <a:pt x="7176008" y="2548382"/>
                </a:lnTo>
                <a:cubicBezTo>
                  <a:pt x="7176008" y="2829814"/>
                  <a:pt x="6947788" y="3058033"/>
                  <a:pt x="6666357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3D6A6"/>
            </a:solidFill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CDB1C63-4BC1-4E29-9DC5-36BD7DD0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046" y="2044713"/>
            <a:ext cx="5382016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CALCULATOR WORKER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47 × 23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CCB17A2-C31F-4081-9A46-1CA8DA4D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046" y="4858693"/>
            <a:ext cx="5382006" cy="2293524"/>
          </a:xfrm>
          <a:custGeom xmlns:a="http://schemas.openxmlformats.org/drawingml/2006/main">
            <a:rect l="l" t="t" r="r" b="b"/>
            <a:pathLst>
              <a:path w="7176008" h="3058033">
                <a:moveTo>
                  <a:pt x="0" y="509651"/>
                </a:moveTo>
                <a:cubicBezTo>
                  <a:pt x="0" y="228219"/>
                  <a:pt x="228219" y="0"/>
                  <a:pt x="509651" y="0"/>
                </a:cubicBezTo>
                <a:lnTo>
                  <a:pt x="6666357" y="0"/>
                </a:lnTo>
                <a:cubicBezTo>
                  <a:pt x="6947788" y="0"/>
                  <a:pt x="7176008" y="228219"/>
                  <a:pt x="7176008" y="509651"/>
                </a:cubicBezTo>
                <a:lnTo>
                  <a:pt x="7176008" y="2548382"/>
                </a:lnTo>
                <a:cubicBezTo>
                  <a:pt x="7176008" y="2829814"/>
                  <a:pt x="6947788" y="3058033"/>
                  <a:pt x="6666357" y="3058033"/>
                </a:cubicBezTo>
                <a:lnTo>
                  <a:pt x="509651" y="3058033"/>
                </a:lnTo>
                <a:cubicBezTo>
                  <a:pt x="228219" y="3058033"/>
                  <a:pt x="0" y="2829814"/>
                  <a:pt x="0" y="2548382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8597">
            <a:solidFill>
              <a:srgbClr val="35C2FF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E5519AF-6572-44D8-AD1F-A6DD4350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046" y="4858693"/>
            <a:ext cx="5382016" cy="229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RESEARCHER WORKER</a:t>
            </a:r>
          </a:p>
          <a:p xmlns:a="http://schemas.openxmlformats.org/drawingml/2006/main">
            <a:pPr algn="ctr">
              <a:lnSpc>
                <a:spcPts val="3602"/>
              </a:lnSpc>
              <a:buNone/>
            </a:pPr>
            <a:r>
              <a:rPr sz="300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Tìm thủ đô Nhật Bản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0849AA6-7AF4-4DA2-A517-8E32821F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2812" y="7467724"/>
            <a:ext cx="7850885" cy="1056227"/>
          </a:xfrm>
          <a:custGeom xmlns:a="http://schemas.openxmlformats.org/drawingml/2006/main">
            <a:rect l="l" t="t" r="r" b="b"/>
            <a:pathLst>
              <a:path w="10467848" h="1408303">
                <a:moveTo>
                  <a:pt x="0" y="234696"/>
                </a:moveTo>
                <a:cubicBezTo>
                  <a:pt x="0" y="105029"/>
                  <a:pt x="105029" y="0"/>
                  <a:pt x="234696" y="0"/>
                </a:cubicBezTo>
                <a:lnTo>
                  <a:pt x="10233152" y="0"/>
                </a:lnTo>
                <a:cubicBezTo>
                  <a:pt x="10362819" y="0"/>
                  <a:pt x="10467848" y="105029"/>
                  <a:pt x="10467848" y="234696"/>
                </a:cubicBezTo>
                <a:lnTo>
                  <a:pt x="10467848" y="1173607"/>
                </a:lnTo>
                <a:cubicBezTo>
                  <a:pt x="10467848" y="1303274"/>
                  <a:pt x="10362819" y="1408303"/>
                  <a:pt x="10233152" y="1408303"/>
                </a:cubicBezTo>
                <a:lnTo>
                  <a:pt x="234696" y="1408303"/>
                </a:lnTo>
                <a:cubicBezTo>
                  <a:pt x="105029" y="1408303"/>
                  <a:pt x="0" y="1303147"/>
                  <a:pt x="0" y="1173607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6691">
            <a:solidFill>
              <a:srgbClr val="33D6A6"/>
            </a:solidFill>
            <a:prstDash val="solid"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A19F6F8-2914-43A5-BEE6-FDF1A0C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2812" y="7467724"/>
            <a:ext cx="7850924" cy="105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Hai kết quả → report; worker failure không biến thành PASS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5502CD8-0F68-4E92-8D96-CDB8EE31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A85305-DD8E-4008-B5E1-F3072659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9289055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B1220">
                <a:alpha val="100000"/>
              </a:srgbClr>
            </a:gs>
            <a:gs pos="100000">
              <a:srgbClr val="121B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1A2E394-C9F7-420E-9F0A-2967F2C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441" y="559670"/>
            <a:ext cx="10112159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485"/>
              </a:lnSpc>
              <a:buNone/>
            </a:pPr>
            <a:r>
              <a:rPr sz="5404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Benchmark 7/10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AD5E948-444B-4A59-AA2A-6F37DCDD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5989" y="841867"/>
            <a:ext cx="5788247" cy="485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242"/>
              </a:lnSpc>
              <a:buNone/>
            </a:pPr>
            <a:r>
              <a:rPr sz="2702">
                <a:solidFill>
                  <a:srgbClr val="35C2FF"/>
                </a:solidFill>
                <a:latin typeface="Aptos"/>
                <a:ea typeface="Aptos"/>
                <a:cs typeface="Aptos"/>
              </a:rPr>
              <a:t>Gemini · gemma-4-31b-it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52C674B-C33C-4036-B1FD-D377B4AB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441" y="2245843"/>
            <a:ext cx="5117020" cy="5048439"/>
          </a:xfrm>
          <a:custGeom xmlns:a="http://schemas.openxmlformats.org/drawingml/2006/main">
            <a:rect l="l" t="t" r="r" b="b"/>
            <a:pathLst>
              <a:path w="6822694" h="6731254">
                <a:moveTo>
                  <a:pt x="0" y="1121918"/>
                </a:moveTo>
                <a:cubicBezTo>
                  <a:pt x="0" y="502285"/>
                  <a:pt x="502285" y="0"/>
                  <a:pt x="1121918" y="0"/>
                </a:cubicBezTo>
                <a:lnTo>
                  <a:pt x="5700776" y="0"/>
                </a:lnTo>
                <a:cubicBezTo>
                  <a:pt x="6320409" y="0"/>
                  <a:pt x="6822694" y="502285"/>
                  <a:pt x="6822694" y="1121918"/>
                </a:cubicBezTo>
                <a:lnTo>
                  <a:pt x="6822694" y="5609336"/>
                </a:lnTo>
                <a:cubicBezTo>
                  <a:pt x="6822694" y="6228969"/>
                  <a:pt x="6320409" y="6731254"/>
                  <a:pt x="5700776" y="6731254"/>
                </a:cubicBezTo>
                <a:lnTo>
                  <a:pt x="1121918" y="6731254"/>
                </a:lnTo>
                <a:cubicBezTo>
                  <a:pt x="502285" y="6731127"/>
                  <a:pt x="0" y="6228842"/>
                  <a:pt x="0" y="560933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33D6A6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48DD3B6-D766-4692-8908-B9EF59D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441" y="2245843"/>
            <a:ext cx="5117020" cy="5048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5404"/>
              </a:lnSpc>
              <a:buNone/>
            </a:pPr>
            <a:r>
              <a:rPr sz="4503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7 / 10</a:t>
            </a:r>
          </a:p>
          <a:p xmlns:a="http://schemas.openxmlformats.org/drawingml/2006/main">
            <a:pPr algn="ctr">
              <a:lnSpc>
                <a:spcPts val="5404"/>
              </a:lnSpc>
              <a:buNone/>
            </a:pPr>
          </a:p>
          <a:p xmlns:a="http://schemas.openxmlformats.org/drawingml/2006/main">
            <a:pPr algn="ctr">
              <a:lnSpc>
                <a:spcPts val="5404"/>
              </a:lnSpc>
              <a:buNone/>
            </a:pPr>
            <a:r>
              <a:rPr sz="4503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FINAL PASS</a:t>
            </a:r>
          </a:p>
          <a:p xmlns:a="http://schemas.openxmlformats.org/drawingml/2006/main">
            <a:pPr algn="ctr">
              <a:lnSpc>
                <a:spcPts val="5404"/>
              </a:lnSpc>
              <a:buNone/>
            </a:pPr>
            <a:r>
              <a:rPr sz="4503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70%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1C74ECC-0751-47A4-8189-22BFDA6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9764" y="2245843"/>
            <a:ext cx="5117020" cy="5048439"/>
          </a:xfrm>
          <a:custGeom xmlns:a="http://schemas.openxmlformats.org/drawingml/2006/main">
            <a:rect l="l" t="t" r="r" b="b"/>
            <a:pathLst>
              <a:path w="6822694" h="6731254">
                <a:moveTo>
                  <a:pt x="0" y="1121918"/>
                </a:moveTo>
                <a:cubicBezTo>
                  <a:pt x="0" y="502285"/>
                  <a:pt x="502285" y="0"/>
                  <a:pt x="1121918" y="0"/>
                </a:cubicBezTo>
                <a:lnTo>
                  <a:pt x="5700776" y="0"/>
                </a:lnTo>
                <a:cubicBezTo>
                  <a:pt x="6320409" y="0"/>
                  <a:pt x="6822694" y="502285"/>
                  <a:pt x="6822694" y="1121918"/>
                </a:cubicBezTo>
                <a:lnTo>
                  <a:pt x="6822694" y="5609336"/>
                </a:lnTo>
                <a:cubicBezTo>
                  <a:pt x="6822694" y="6228969"/>
                  <a:pt x="6320409" y="6731254"/>
                  <a:pt x="5700776" y="6731254"/>
                </a:cubicBezTo>
                <a:lnTo>
                  <a:pt x="1121918" y="6731254"/>
                </a:lnTo>
                <a:cubicBezTo>
                  <a:pt x="502285" y="6731127"/>
                  <a:pt x="0" y="6228842"/>
                  <a:pt x="0" y="560933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35C2FF"/>
            </a:solidFill>
            <a:prstDash val="solid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609BE5A-3DF7-4D80-BFB3-0FBA3C60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9764" y="2245843"/>
            <a:ext cx="5117020" cy="5048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70%</a:t>
            </a:r>
          </a:p>
          <a:p xmlns:a="http://schemas.openxmlformats.org/drawingml/2006/main">
            <a:pPr algn="ctr">
              <a:lnSpc>
                <a:spcPts val="5043"/>
              </a:lnSpc>
              <a:buNone/>
            </a:pPr>
          </a:p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EVALUATOR</a:t>
            </a:r>
          </a:p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SCORE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7ABF43B-88DA-4EFD-9791-2547E50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9087" y="2245843"/>
            <a:ext cx="5117020" cy="5048439"/>
          </a:xfrm>
          <a:custGeom xmlns:a="http://schemas.openxmlformats.org/drawingml/2006/main">
            <a:rect l="l" t="t" r="r" b="b"/>
            <a:pathLst>
              <a:path w="6822694" h="6731254">
                <a:moveTo>
                  <a:pt x="0" y="1121918"/>
                </a:moveTo>
                <a:cubicBezTo>
                  <a:pt x="0" y="502285"/>
                  <a:pt x="502285" y="0"/>
                  <a:pt x="1121918" y="0"/>
                </a:cubicBezTo>
                <a:lnTo>
                  <a:pt x="5700776" y="0"/>
                </a:lnTo>
                <a:cubicBezTo>
                  <a:pt x="6320409" y="0"/>
                  <a:pt x="6822694" y="502285"/>
                  <a:pt x="6822694" y="1121918"/>
                </a:cubicBezTo>
                <a:lnTo>
                  <a:pt x="6822694" y="5609336"/>
                </a:lnTo>
                <a:cubicBezTo>
                  <a:pt x="6822694" y="6228969"/>
                  <a:pt x="6320409" y="6731254"/>
                  <a:pt x="5700776" y="6731254"/>
                </a:cubicBezTo>
                <a:lnTo>
                  <a:pt x="1121918" y="6731254"/>
                </a:lnTo>
                <a:cubicBezTo>
                  <a:pt x="502285" y="6731127"/>
                  <a:pt x="0" y="6228842"/>
                  <a:pt x="0" y="560933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8130">
            <a:solidFill>
              <a:srgbClr val="F5B942"/>
            </a:solidFill>
            <a:prstDash val="solid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2D47EE6-6782-4870-BD95-2D5AEE9B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9087" y="2245843"/>
            <a:ext cx="5117020" cy="5048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90%</a:t>
            </a:r>
          </a:p>
          <a:p xmlns:a="http://schemas.openxmlformats.org/drawingml/2006/main">
            <a:pPr algn="ctr">
              <a:lnSpc>
                <a:spcPts val="5043"/>
              </a:lnSpc>
              <a:buNone/>
            </a:pPr>
          </a:p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ACTION-LEVEL</a:t>
            </a:r>
          </a:p>
          <a:p xmlns:a="http://schemas.openxmlformats.org/drawingml/2006/main">
            <a:pPr algn="ctr">
              <a:lnSpc>
                <a:spcPts val="5043"/>
              </a:lnSpc>
              <a:buNone/>
            </a:pPr>
            <a:r>
              <a:rPr sz="4203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SCORE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383EA56-167F-47CB-9291-64508AF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070" y="7744158"/>
            <a:ext cx="16494918" cy="1011174"/>
          </a:xfrm>
          <a:custGeom xmlns:a="http://schemas.openxmlformats.org/drawingml/2006/main">
            <a:rect l="l" t="t" r="r" b="b"/>
            <a:pathLst>
              <a:path w="21993225" h="1348232">
                <a:moveTo>
                  <a:pt x="0" y="224663"/>
                </a:moveTo>
                <a:cubicBezTo>
                  <a:pt x="0" y="100584"/>
                  <a:pt x="100584" y="0"/>
                  <a:pt x="224663" y="0"/>
                </a:cubicBezTo>
                <a:lnTo>
                  <a:pt x="21768563" y="0"/>
                </a:lnTo>
                <a:cubicBezTo>
                  <a:pt x="21892642" y="0"/>
                  <a:pt x="21993225" y="100584"/>
                  <a:pt x="21993225" y="224663"/>
                </a:cubicBezTo>
                <a:lnTo>
                  <a:pt x="21993225" y="1123569"/>
                </a:lnTo>
                <a:cubicBezTo>
                  <a:pt x="21993225" y="1247648"/>
                  <a:pt x="21892642" y="1348232"/>
                  <a:pt x="21768563" y="1348232"/>
                </a:cubicBezTo>
                <a:lnTo>
                  <a:pt x="224663" y="1348232"/>
                </a:lnTo>
                <a:cubicBezTo>
                  <a:pt x="100584" y="1348232"/>
                  <a:pt x="0" y="1247648"/>
                  <a:pt x="0" y="1123569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22878">
            <a:solidFill>
              <a:srgbClr val="35C2FF"/>
            </a:solidFill>
            <a:prstDash val="solid"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4AA630-7103-49EA-8D84-1F3EB3BC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070" y="7744158"/>
            <a:ext cx="16494947" cy="1011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42"/>
              </a:lnSpc>
              <a:buNone/>
            </a:pPr>
            <a:r>
              <a:rPr sz="2702">
                <a:solidFill>
                  <a:srgbClr val="F4F7FB"/>
                </a:solidFill>
                <a:latin typeface="Aptos"/>
                <a:ea typeface="Aptos"/>
                <a:cs typeface="Aptos"/>
              </a:rPr>
              <a:t>run_20260820_002933_100  ·  source: llm  ·  không dùng fixture fallback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D6DB863-044C-4F77-8FEC-860F5B2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475AD89-B5AD-4226-A4A7-CDE37E57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15002641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B1220">
                <a:alpha val="100000"/>
              </a:srgbClr>
            </a:gs>
            <a:gs pos="100000">
              <a:srgbClr val="162033">
                <a:alpha val="100000"/>
              </a:srgbClr>
            </a:gs>
          </a:gsLst>
          <a:lin ang="7161465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806B20C-7366-4E91-9B0F-5114A898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40" y="937955"/>
            <a:ext cx="16014659" cy="10753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85"/>
              </a:lnSpc>
              <a:buNone/>
            </a:pPr>
            <a:r>
              <a:rPr sz="5404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Requirement kỹ thuật đã có bằng chứng kiểm thử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91BE930-D8CF-45AD-95BC-FC36ACB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563" y="2729141"/>
            <a:ext cx="5042724" cy="2160079"/>
          </a:xfrm>
          <a:custGeom xmlns:a="http://schemas.openxmlformats.org/drawingml/2006/main">
            <a:rect l="l" t="t" r="r" b="b"/>
            <a:pathLst>
              <a:path w="6723634" h="2880106">
                <a:moveTo>
                  <a:pt x="0" y="480060"/>
                </a:moveTo>
                <a:cubicBezTo>
                  <a:pt x="0" y="214884"/>
                  <a:pt x="214884" y="0"/>
                  <a:pt x="480060" y="0"/>
                </a:cubicBezTo>
                <a:lnTo>
                  <a:pt x="6243574" y="0"/>
                </a:lnTo>
                <a:cubicBezTo>
                  <a:pt x="6508623" y="0"/>
                  <a:pt x="6723634" y="214884"/>
                  <a:pt x="6723634" y="480060"/>
                </a:cubicBezTo>
                <a:lnTo>
                  <a:pt x="6723634" y="2400046"/>
                </a:lnTo>
                <a:cubicBezTo>
                  <a:pt x="6723634" y="2665095"/>
                  <a:pt x="6508750" y="2880106"/>
                  <a:pt x="6243574" y="2880106"/>
                </a:cubicBezTo>
                <a:lnTo>
                  <a:pt x="480060" y="2880106"/>
                </a:lnTo>
                <a:cubicBezTo>
                  <a:pt x="215011" y="2880106"/>
                  <a:pt x="0" y="2665222"/>
                  <a:pt x="0" y="240004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2410">
            <a:solidFill>
              <a:srgbClr val="33D6A6"/>
            </a:solidFill>
            <a:prstDash val="solid"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0C767D2-9CF6-4134-8A39-B5B256A6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563" y="2729141"/>
            <a:ext cx="5042668" cy="2160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CTest</a:t>
            </a:r>
          </a:p>
          <a:p xmlns:a="http://schemas.openxmlformats.org/drawingml/2006/main">
            <a:pPr algn="ctr">
              <a:lnSpc>
                <a:spcPts val="4503"/>
              </a:lnSpc>
              <a:buNone/>
            </a:pPr>
            <a:r>
              <a:rPr sz="3752" b="1">
                <a:solidFill>
                  <a:srgbClr val="33D6A6"/>
                </a:solidFill>
                <a:latin typeface="Aptos Bold"/>
                <a:ea typeface="Aptos Bold"/>
                <a:cs typeface="Aptos Bold"/>
              </a:rPr>
              <a:t>5 / 5 PASS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5BFF751-0903-4F2D-B776-52074614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1259" y="2729141"/>
            <a:ext cx="5042724" cy="2160079"/>
          </a:xfrm>
          <a:custGeom xmlns:a="http://schemas.openxmlformats.org/drawingml/2006/main">
            <a:rect l="l" t="t" r="r" b="b"/>
            <a:pathLst>
              <a:path w="6723634" h="2880106">
                <a:moveTo>
                  <a:pt x="0" y="480060"/>
                </a:moveTo>
                <a:cubicBezTo>
                  <a:pt x="0" y="214884"/>
                  <a:pt x="214884" y="0"/>
                  <a:pt x="480060" y="0"/>
                </a:cubicBezTo>
                <a:lnTo>
                  <a:pt x="6243574" y="0"/>
                </a:lnTo>
                <a:cubicBezTo>
                  <a:pt x="6508623" y="0"/>
                  <a:pt x="6723634" y="214884"/>
                  <a:pt x="6723634" y="480060"/>
                </a:cubicBezTo>
                <a:lnTo>
                  <a:pt x="6723634" y="2400046"/>
                </a:lnTo>
                <a:cubicBezTo>
                  <a:pt x="6723634" y="2665095"/>
                  <a:pt x="6508750" y="2880106"/>
                  <a:pt x="6243574" y="2880106"/>
                </a:cubicBezTo>
                <a:lnTo>
                  <a:pt x="480060" y="2880106"/>
                </a:lnTo>
                <a:cubicBezTo>
                  <a:pt x="215011" y="2880106"/>
                  <a:pt x="0" y="2665222"/>
                  <a:pt x="0" y="240004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2410">
            <a:solidFill>
              <a:srgbClr val="35C2FF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3D8D47F-7C8D-489C-BE7A-0F2A83FE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1259" y="2729141"/>
            <a:ext cx="5042668" cy="2160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Vector</a:t>
            </a:r>
          </a:p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35C2FF"/>
                </a:solidFill>
                <a:latin typeface="Aptos Bold"/>
                <a:ea typeface="Aptos Bold"/>
                <a:cs typeface="Aptos Bold"/>
              </a:rPr>
              <a:t>Live acceptance PASS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A01F39D-9836-4703-A575-6D379C1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1945" y="2729141"/>
            <a:ext cx="5042724" cy="2160079"/>
          </a:xfrm>
          <a:custGeom xmlns:a="http://schemas.openxmlformats.org/drawingml/2006/main">
            <a:rect l="l" t="t" r="r" b="b"/>
            <a:pathLst>
              <a:path w="6723634" h="2880106">
                <a:moveTo>
                  <a:pt x="0" y="480060"/>
                </a:moveTo>
                <a:cubicBezTo>
                  <a:pt x="0" y="214884"/>
                  <a:pt x="214884" y="0"/>
                  <a:pt x="480060" y="0"/>
                </a:cubicBezTo>
                <a:lnTo>
                  <a:pt x="6243574" y="0"/>
                </a:lnTo>
                <a:cubicBezTo>
                  <a:pt x="6508623" y="0"/>
                  <a:pt x="6723634" y="214884"/>
                  <a:pt x="6723634" y="480060"/>
                </a:cubicBezTo>
                <a:lnTo>
                  <a:pt x="6723634" y="2400046"/>
                </a:lnTo>
                <a:cubicBezTo>
                  <a:pt x="6723634" y="2665095"/>
                  <a:pt x="6508750" y="2880106"/>
                  <a:pt x="6243574" y="2880106"/>
                </a:cubicBezTo>
                <a:lnTo>
                  <a:pt x="480060" y="2880106"/>
                </a:lnTo>
                <a:cubicBezTo>
                  <a:pt x="215011" y="2880106"/>
                  <a:pt x="0" y="2665222"/>
                  <a:pt x="0" y="2400046"/>
                </a:cubicBezTo>
                <a:close/>
              </a:path>
            </a:pathLst>
          </a:custGeom>
          <a:solidFill xmlns:a="http://schemas.openxmlformats.org/drawingml/2006/main">
            <a:srgbClr val="162033"/>
          </a:solidFill>
          <a:ln xmlns:a="http://schemas.openxmlformats.org/drawingml/2006/main" w="32410">
            <a:solidFill>
              <a:srgbClr val="F5B942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8646370-4D16-48B6-954C-F09A607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1945" y="2729141"/>
            <a:ext cx="5042668" cy="2160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Multi-agent</a:t>
            </a:r>
          </a:p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F5B942"/>
                </a:solidFill>
                <a:latin typeface="Aptos Bold"/>
                <a:ea typeface="Aptos Bold"/>
                <a:cs typeface="Aptos Bold"/>
              </a:rPr>
              <a:t>Focused test PASS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66E6E3E-CC53-41BD-ABAF-70DCBAB1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646" y="6016847"/>
            <a:ext cx="14779247" cy="663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43"/>
              </a:lnSpc>
              <a:buNone/>
            </a:pPr>
            <a:r>
              <a:rPr sz="3452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4 design patterns  ·  4 Mermaid diagrams  ·  Benchmark thật 7/10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BAE4B9-99C7-415C-9E2F-2A976972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61" y="9448524"/>
            <a:ext cx="4484208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Role C · Eval / Infra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F9647B9-FBE0-4518-8414-F1C6315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45814819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B1220">
                <a:alpha val="100000"/>
              </a:srgbClr>
            </a:gs>
            <a:gs pos="55000">
              <a:srgbClr val="162033">
                <a:alpha val="100000"/>
              </a:srgbClr>
            </a:gs>
            <a:gs pos="100000">
              <a:srgbClr val="0B1220">
                <a:alpha val="100000"/>
              </a:srgbClr>
            </a:gs>
          </a:gsLst>
          <a:lin ang="7161465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1535A66-B985-44BD-A1A4-2F57295F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382201" y="6647926"/>
            <a:ext cx="4411599" cy="4411599"/>
          </a:xfrm>
          <a:custGeom xmlns:a="http://schemas.openxmlformats.org/drawingml/2006/main">
            <a:rect l="l" t="t" r="r" b="b"/>
            <a:pathLst>
              <a:path w="5882132" h="5882132">
                <a:moveTo>
                  <a:pt x="0" y="2941066"/>
                </a:moveTo>
                <a:cubicBezTo>
                  <a:pt x="0" y="1316736"/>
                  <a:pt x="1316736" y="0"/>
                  <a:pt x="2941066" y="0"/>
                </a:cubicBezTo>
                <a:cubicBezTo>
                  <a:pt x="4565396" y="0"/>
                  <a:pt x="5882132" y="1316736"/>
                  <a:pt x="5882132" y="2941066"/>
                </a:cubicBezTo>
                <a:cubicBezTo>
                  <a:pt x="5882132" y="4565396"/>
                  <a:pt x="4565396" y="5882132"/>
                  <a:pt x="2941066" y="5882132"/>
                </a:cubicBezTo>
                <a:cubicBezTo>
                  <a:pt x="1316736" y="5882132"/>
                  <a:pt x="0" y="4565396"/>
                  <a:pt x="0" y="294106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35C2FF">
                  <a:alpha val="100000"/>
                </a:srgbClr>
              </a:gs>
              <a:gs pos="100000">
                <a:srgbClr val="33D6A6">
                  <a:alpha val="100000"/>
                </a:srgbClr>
              </a:gs>
            </a:gsLst>
            <a:lin ang="2700000"/>
          </a:gradFill>
          <a:ln xmlns:a="http://schemas.openxmlformats.org/drawingml/2006/main" w="19065">
            <a:solidFill>
              <a:srgbClr val="35C2FF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102833C-085F-45DB-A797-CAE9C475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07563" y="-1588103"/>
            <a:ext cx="4274343" cy="4274343"/>
          </a:xfrm>
          <a:custGeom xmlns:a="http://schemas.openxmlformats.org/drawingml/2006/main">
            <a:rect l="l" t="t" r="r" b="b"/>
            <a:pathLst>
              <a:path w="5699125" h="5699125">
                <a:moveTo>
                  <a:pt x="0" y="2849626"/>
                </a:moveTo>
                <a:cubicBezTo>
                  <a:pt x="0" y="1275842"/>
                  <a:pt x="1275842" y="0"/>
                  <a:pt x="2849626" y="0"/>
                </a:cubicBezTo>
                <a:cubicBezTo>
                  <a:pt x="4423410" y="0"/>
                  <a:pt x="5699125" y="1275842"/>
                  <a:pt x="5699125" y="2849626"/>
                </a:cubicBezTo>
                <a:cubicBezTo>
                  <a:pt x="5699125" y="4423410"/>
                  <a:pt x="4423283" y="5699125"/>
                  <a:pt x="2849626" y="5699125"/>
                </a:cubicBezTo>
                <a:cubicBezTo>
                  <a:pt x="1275969" y="5699125"/>
                  <a:pt x="0" y="4423283"/>
                  <a:pt x="0" y="284962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F5B942">
                  <a:alpha val="100000"/>
                </a:srgbClr>
              </a:gs>
              <a:gs pos="100000">
                <a:srgbClr val="35C2FF">
                  <a:alpha val="100000"/>
                </a:srgbClr>
              </a:gs>
            </a:gsLst>
            <a:lin ang="8100000"/>
          </a:gradFill>
          <a:ln xmlns:a="http://schemas.openxmlformats.org/drawingml/2006/main" w="19065">
            <a:solidFill>
              <a:srgbClr val="F5B942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30FC99A-155E-49E1-A2C1-74FD520D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4592" y="4529138"/>
            <a:ext cx="14298816" cy="1228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727"/>
              </a:lnSpc>
              <a:buNone/>
            </a:pPr>
            <a:r>
              <a:rPr sz="8106" b="1">
                <a:solidFill>
                  <a:srgbClr val="F4F7FB"/>
                </a:solidFill>
                <a:latin typeface="Aptos Bold"/>
                <a:ea typeface="Aptos Bold"/>
                <a:cs typeface="Aptos Bold"/>
              </a:rPr>
              <a:t>THANK YOU FOR LISTENING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BCF019C-D71B-4EA1-8EB4-50BA1D4F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0773" y="9448524"/>
            <a:ext cx="503453" cy="3203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1">
                <a:solidFill>
                  <a:srgbClr val="A9B5C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84300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2026-08-20T16:09:45.8520000Z</dcterms:created>
  <dcterms:modified xsi:type="dcterms:W3CDTF">2026-08-20T16:09:45.8520000Z</dcterms:modified>
</coreProperties>
</file>